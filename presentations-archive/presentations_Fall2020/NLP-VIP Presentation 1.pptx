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Roboto Condensed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73">
          <p15:clr>
            <a:srgbClr val="000000"/>
          </p15:clr>
        </p15:guide>
        <p15:guide id="2" pos="244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7" roundtripDataSignature="AMtx7mhyVPbcY4YNqtSYDT+E3UGEdpzj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73" orient="horz"/>
        <p:guide pos="2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CondensedLight-bold.fntdata"/><Relationship Id="rId23" Type="http://schemas.openxmlformats.org/officeDocument/2006/relationships/font" Target="fonts/RobotoCondensed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CondensedLight-boldItalic.fntdata"/><Relationship Id="rId25" Type="http://schemas.openxmlformats.org/officeDocument/2006/relationships/font" Target="fonts/RobotoCondensedLight-italic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All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idx="1" type="subTitle"/>
          </p:nvPr>
        </p:nvSpPr>
        <p:spPr>
          <a:xfrm>
            <a:off x="4024461" y="3793068"/>
            <a:ext cx="6795913" cy="168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7F7F7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marR="0" rt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type="ctrTitle"/>
          </p:nvPr>
        </p:nvSpPr>
        <p:spPr>
          <a:xfrm>
            <a:off x="4024462" y="333633"/>
            <a:ext cx="6795913" cy="345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" type="body"/>
          </p:nvPr>
        </p:nvSpPr>
        <p:spPr>
          <a:xfrm>
            <a:off x="381000" y="1215484"/>
            <a:ext cx="11430000" cy="459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379048" y="1215483"/>
            <a:ext cx="5615353" cy="496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2" type="body"/>
          </p:nvPr>
        </p:nvSpPr>
        <p:spPr>
          <a:xfrm>
            <a:off x="6197600" y="1215483"/>
            <a:ext cx="5613400" cy="496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381001" y="1235113"/>
            <a:ext cx="561763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381001" y="2078657"/>
            <a:ext cx="5617633" cy="4111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3" type="body"/>
          </p:nvPr>
        </p:nvSpPr>
        <p:spPr>
          <a:xfrm>
            <a:off x="6172200" y="1235113"/>
            <a:ext cx="5638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19"/>
          <p:cNvSpPr txBox="1"/>
          <p:nvPr>
            <p:ph idx="4" type="body"/>
          </p:nvPr>
        </p:nvSpPr>
        <p:spPr>
          <a:xfrm>
            <a:off x="6172200" y="2078657"/>
            <a:ext cx="5638800" cy="4111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9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381001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4313768" y="457201"/>
            <a:ext cx="7497233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381001" y="2274849"/>
            <a:ext cx="3932767" cy="359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381001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/>
          <p:nvPr>
            <p:ph idx="2" type="pic"/>
          </p:nvPr>
        </p:nvSpPr>
        <p:spPr>
          <a:xfrm>
            <a:off x="4313768" y="457201"/>
            <a:ext cx="7497233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81001" y="2274849"/>
            <a:ext cx="3932767" cy="359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 rot="5400000">
            <a:off x="3797823" y="-2201338"/>
            <a:ext cx="4596355" cy="11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 rot="5400000">
            <a:off x="75906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 rot="5400000">
            <a:off x="1875632" y="-1129506"/>
            <a:ext cx="5811838" cy="88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600"/>
              <a:buFont typeface="Roboto"/>
              <a:buNone/>
              <a:defRPr b="1" i="0" sz="36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381000" y="1215484"/>
            <a:ext cx="11430000" cy="459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jpg"/><Relationship Id="rId5" Type="http://schemas.openxmlformats.org/officeDocument/2006/relationships/image" Target="../media/image15.pn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idx="1" type="subTitle"/>
          </p:nvPr>
        </p:nvSpPr>
        <p:spPr>
          <a:xfrm>
            <a:off x="4024461" y="3793068"/>
            <a:ext cx="6795913" cy="168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rPr lang="en-US"/>
              <a:t>Discussion Forum Subteam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rPr lang="en-US"/>
              <a:t>Presentation 1 - 9/23/2020</a:t>
            </a:r>
            <a:endParaRPr/>
          </a:p>
        </p:txBody>
      </p:sp>
      <p:sp>
        <p:nvSpPr>
          <p:cNvPr id="77" name="Google Shape;77;p1"/>
          <p:cNvSpPr txBox="1"/>
          <p:nvPr>
            <p:ph type="ctrTitle"/>
          </p:nvPr>
        </p:nvSpPr>
        <p:spPr>
          <a:xfrm>
            <a:off x="4024462" y="333633"/>
            <a:ext cx="6795913" cy="345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4200"/>
              <a:buFont typeface="Roboto"/>
              <a:buNone/>
            </a:pPr>
            <a:r>
              <a:rPr lang="en-US"/>
              <a:t>Data Driven Education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Team Members</a:t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2674500" y="2051400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23559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Lindsey Blackmore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 Developer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1463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John Hosmer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59367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Sambhav Jaideep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 Developer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77271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Manny Jonson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9836100" y="2051400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95175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Morgan Powers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 Developer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8045700" y="2051400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6255300" y="2051400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84100" y="2105400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5655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Andrew Bauer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100" y="2105400"/>
            <a:ext cx="1153200" cy="1183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7150" y="2018400"/>
            <a:ext cx="1249500" cy="1249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1025" y="2016750"/>
            <a:ext cx="1252800" cy="1252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6">
            <a:alphaModFix/>
          </a:blip>
          <a:srcRect b="0" l="0" r="25705" t="0"/>
          <a:stretch/>
        </p:blipFill>
        <p:spPr>
          <a:xfrm rot="-5400000">
            <a:off x="2549362" y="2026050"/>
            <a:ext cx="1329600" cy="1342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7">
            <a:alphaModFix/>
          </a:blip>
          <a:srcRect b="17646" l="0" r="5526" t="8012"/>
          <a:stretch/>
        </p:blipFill>
        <p:spPr>
          <a:xfrm>
            <a:off x="9778550" y="1962725"/>
            <a:ext cx="1252800" cy="1320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8">
            <a:alphaModFix/>
          </a:blip>
          <a:srcRect b="30167" l="0" r="35212" t="13935"/>
          <a:stretch/>
        </p:blipFill>
        <p:spPr>
          <a:xfrm>
            <a:off x="7946500" y="1969800"/>
            <a:ext cx="1342200" cy="1346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Shifted focus from Piazza data to edX data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Began work on cognitive presence</a:t>
            </a:r>
            <a:endParaRPr/>
          </a:p>
          <a:p>
            <a:pPr indent="-342900" lvl="1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4 phases (triggering event, exploration, integration, resolution)</a:t>
            </a:r>
            <a:endParaRPr/>
          </a:p>
          <a:p>
            <a:pPr indent="-342900" lvl="1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Created a document on categorizing cognitive presence</a:t>
            </a:r>
            <a:endParaRPr/>
          </a:p>
          <a:p>
            <a:pPr indent="-342900" lvl="1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Manually labeled 500+ comments for model training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Performed basic NLP analysis on the different phrases and organized results in tables and word clouds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Recap of Data Analysis (Spring 2020)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10329" l="42492" r="0" t="0"/>
          <a:stretch/>
        </p:blipFill>
        <p:spPr>
          <a:xfrm>
            <a:off x="5079300" y="354088"/>
            <a:ext cx="7011225" cy="614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-1720" r="1719" t="0"/>
          <a:stretch/>
        </p:blipFill>
        <p:spPr>
          <a:xfrm>
            <a:off x="0" y="652275"/>
            <a:ext cx="5414325" cy="2702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354450"/>
            <a:ext cx="5414325" cy="30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Designed UI mockups and received feedback on the preferred flow for the web application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Developed a barebones web application that provides a tabular view of discussions from the Canvas sandbox course and the corresponding sentiment and polarity scores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-US"/>
              <a:t>Created a unified design document</a:t>
            </a:r>
            <a:endParaRPr/>
          </a:p>
        </p:txBody>
      </p:sp>
      <p:sp>
        <p:nvSpPr>
          <p:cNvPr id="118" name="Google Shape;118;p5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Recap of Web Application Development (Spring 2020)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Recap of Web Application Development (Spring 2020)</a:t>
            </a:r>
            <a:endParaRPr/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300" y="996350"/>
            <a:ext cx="347231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00" y="3853850"/>
            <a:ext cx="3472300" cy="2522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4575" y="1356476"/>
            <a:ext cx="5666501" cy="453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•"/>
            </a:pPr>
            <a:r>
              <a:rPr lang="en-US"/>
              <a:t>Better communication and integration among the subteams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•"/>
            </a:pPr>
            <a:r>
              <a:rPr lang="en-US"/>
              <a:t>More understanding of all the resources available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Utilize Trello</a:t>
            </a:r>
            <a:endParaRPr/>
          </a:p>
        </p:txBody>
      </p:sp>
      <p:sp>
        <p:nvSpPr>
          <p:cNvPr id="132" name="Google Shape;132;p7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Takeaways</a:t>
            </a:r>
            <a:endParaRPr/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9100" y="2991148"/>
            <a:ext cx="7393799" cy="32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so many possible things for the team to work on, we will need to fail fast on anything that we can’t or don’t think we can complete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Allow team members to explore early in the semester and then focus on delivering data and insight pipelines by the end of the semester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-US"/>
              <a:t>If anyone has any ideas for how forum data could be used, we would love to hear it</a:t>
            </a:r>
            <a:endParaRPr/>
          </a:p>
        </p:txBody>
      </p:sp>
      <p:sp>
        <p:nvSpPr>
          <p:cNvPr id="139" name="Google Shape;139;p8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Science Team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Done: Provide post density data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Current priorities: </a:t>
            </a:r>
            <a:endParaRPr/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End-to-end model predicting cognitive presence value from test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Provide polarity and subjectivity values to front end team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Backlog: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Predict posts which will require TA or professor intervention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Enhance keyword search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Analyze student engagement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Topic modeling of posts</a:t>
            </a:r>
            <a:endParaRPr/>
          </a:p>
        </p:txBody>
      </p:sp>
      <p:sp>
        <p:nvSpPr>
          <p:cNvPr id="145" name="Google Shape;145;p9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Goals on Data Science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Created templates for the modular version of the web app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Integrated React components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Shifting data source from Canvas to edX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-US"/>
              <a:t>Began exploring options for basic metrics to display</a:t>
            </a:r>
            <a:endParaRPr/>
          </a:p>
        </p:txBody>
      </p:sp>
      <p:sp>
        <p:nvSpPr>
          <p:cNvPr id="151" name="Google Shape;151;p1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Web Application Development Team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381000" y="1215471"/>
            <a:ext cx="11430000" cy="50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Incorporate edX data into the existing web app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Create a few simple data visualizations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Determine the best practice to integrate cognitive presence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Continue documentation in the design document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7" name="Google Shape;157;p11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Goals on Web Development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2016-03-09T16:46:53Z</dcterms:created>
  <dc:creator>Microsoft Office User</dc:creator>
</cp:coreProperties>
</file>