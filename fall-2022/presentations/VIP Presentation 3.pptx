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5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y="6858000" cx="12192000"/>
  <p:notesSz cx="6858000" cy="9144000"/>
  <p:embeddedFontLst>
    <p:embeddedFont>
      <p:font typeface="Roboto"/>
      <p:regular r:id="rId36"/>
      <p:bold r:id="rId37"/>
      <p:italic r:id="rId38"/>
      <p:boldItalic r:id="rId39"/>
    </p:embeddedFont>
    <p:embeddedFont>
      <p:font typeface="Proxima Nova"/>
      <p:regular r:id="rId40"/>
      <p:bold r:id="rId41"/>
      <p:italic r:id="rId42"/>
      <p:boldItalic r:id="rId43"/>
    </p:embeddedFont>
    <p:embeddedFont>
      <p:font typeface="Roboto Condensed Light"/>
      <p:regular r:id="rId44"/>
      <p:bold r:id="rId45"/>
      <p:italic r:id="rId46"/>
      <p:boldItalic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773">
          <p15:clr>
            <a:srgbClr val="000000"/>
          </p15:clr>
        </p15:guide>
        <p15:guide id="2" pos="244">
          <p15:clr>
            <a:srgbClr val="000000"/>
          </p15:clr>
        </p15:guide>
      </p15:sldGuideLst>
    </p:ext>
    <p:ext uri="http://customooxmlschemas.google.com/">
      <go:slidesCustomData xmlns:go="http://customooxmlschemas.google.com/" r:id="rId48" roundtripDataSignature="AMtx7mgin+YEG/7gO7LT0mHEZxkN/4jX7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B49C727-FB4F-44A4-A46D-279F74DF425B}">
  <a:tblStyle styleId="{FB49C727-FB4F-44A4-A46D-279F74DF425B}"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773" orient="horz"/>
        <p:guide pos="244"/>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roximaNova-regular.fntdata"/><Relationship Id="rId20" Type="http://schemas.openxmlformats.org/officeDocument/2006/relationships/slide" Target="slides/slide13.xml"/><Relationship Id="rId42" Type="http://schemas.openxmlformats.org/officeDocument/2006/relationships/font" Target="fonts/ProximaNova-italic.fntdata"/><Relationship Id="rId41" Type="http://schemas.openxmlformats.org/officeDocument/2006/relationships/font" Target="fonts/ProximaNova-bold.fntdata"/><Relationship Id="rId22" Type="http://schemas.openxmlformats.org/officeDocument/2006/relationships/slide" Target="slides/slide15.xml"/><Relationship Id="rId44" Type="http://schemas.openxmlformats.org/officeDocument/2006/relationships/font" Target="fonts/RobotoCondensedLight-regular.fntdata"/><Relationship Id="rId21" Type="http://schemas.openxmlformats.org/officeDocument/2006/relationships/slide" Target="slides/slide14.xml"/><Relationship Id="rId43" Type="http://schemas.openxmlformats.org/officeDocument/2006/relationships/font" Target="fonts/ProximaNova-boldItalic.fntdata"/><Relationship Id="rId24" Type="http://schemas.openxmlformats.org/officeDocument/2006/relationships/slide" Target="slides/slide17.xml"/><Relationship Id="rId46" Type="http://schemas.openxmlformats.org/officeDocument/2006/relationships/font" Target="fonts/RobotoCondensedLight-italic.fntdata"/><Relationship Id="rId23" Type="http://schemas.openxmlformats.org/officeDocument/2006/relationships/slide" Target="slides/slide16.xml"/><Relationship Id="rId45" Type="http://schemas.openxmlformats.org/officeDocument/2006/relationships/font" Target="fonts/RobotoCondensedLight-bold.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48" Type="http://customschemas.google.com/relationships/presentationmetadata" Target="metadata"/><Relationship Id="rId25" Type="http://schemas.openxmlformats.org/officeDocument/2006/relationships/slide" Target="slides/slide18.xml"/><Relationship Id="rId47" Type="http://schemas.openxmlformats.org/officeDocument/2006/relationships/font" Target="fonts/RobotoCondensedLight-boldItalic.fntdata"/><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slide" Target="slides/slide28.xml"/><Relationship Id="rId12" Type="http://schemas.openxmlformats.org/officeDocument/2006/relationships/slide" Target="slides/slide5.xml"/><Relationship Id="rId34" Type="http://schemas.openxmlformats.org/officeDocument/2006/relationships/slide" Target="slides/slide27.xml"/><Relationship Id="rId15" Type="http://schemas.openxmlformats.org/officeDocument/2006/relationships/slide" Target="slides/slide8.xml"/><Relationship Id="rId37" Type="http://schemas.openxmlformats.org/officeDocument/2006/relationships/font" Target="fonts/Roboto-bold.fntdata"/><Relationship Id="rId14" Type="http://schemas.openxmlformats.org/officeDocument/2006/relationships/slide" Target="slides/slide7.xml"/><Relationship Id="rId36" Type="http://schemas.openxmlformats.org/officeDocument/2006/relationships/font" Target="fonts/Roboto-regular.fntdata"/><Relationship Id="rId17" Type="http://schemas.openxmlformats.org/officeDocument/2006/relationships/slide" Target="slides/slide10.xml"/><Relationship Id="rId39" Type="http://schemas.openxmlformats.org/officeDocument/2006/relationships/font" Target="fonts/Roboto-boldItalic.fntdata"/><Relationship Id="rId16" Type="http://schemas.openxmlformats.org/officeDocument/2006/relationships/slide" Target="slides/slide9.xml"/><Relationship Id="rId38" Type="http://schemas.openxmlformats.org/officeDocument/2006/relationships/font" Target="fonts/Roboto-italic.fntdata"/><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Pratik</a:t>
            </a:r>
            <a:endParaRPr/>
          </a:p>
        </p:txBody>
      </p:sp>
      <p:sp>
        <p:nvSpPr>
          <p:cNvPr id="74" name="Google Shape;74;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15db474c58e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 name="Google Shape;80;g15db474c58e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All</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ba764dde3e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1" name="Google Shape;101;gba764dde3e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Pratik:</a:t>
            </a:r>
            <a:endParaRPr/>
          </a:p>
          <a:p>
            <a:pPr indent="0" lvl="0" marL="0" rtl="0" algn="l">
              <a:lnSpc>
                <a:spcPct val="100000"/>
              </a:lnSpc>
              <a:spcBef>
                <a:spcPts val="0"/>
              </a:spcBef>
              <a:spcAft>
                <a:spcPts val="0"/>
              </a:spcAft>
              <a:buSzPts val="1100"/>
              <a:buNone/>
            </a:pPr>
            <a:r>
              <a:rPr lang="en-US"/>
              <a:t>This semester we focused on deploying our dashboard web-app, which should help instructors get insights on class participation, forum activity, instructor involvement etc. More specifically we’re interested in showcasing the class sentiment </a:t>
            </a:r>
            <a:r>
              <a:rPr lang="en-US"/>
              <a:t>around</a:t>
            </a:r>
            <a:r>
              <a:rPr lang="en-US"/>
              <a:t> different aspects of the course, like the content, grading, instructor responsiveness, etc. We’re using Aspect Based sentiment analysis for this, which the data science team worked on this semester. The outputs from the model are then passed on to the dashboard for the instructor to get a visual representation of the same. More details will be shared by the respective teams. We are 1 step away from this integration that is connecting the data science backend to the dashboard front-end, after which we can conduct interviews with instructors to get feedback on the same for the next iteration. As a project manager, I got to learn a few things, mainly the importance of having pro-active communication between teams and also with instructors which could have been a little better from my end. Having clear monthly targets and then specific weekly deliverables in line helped keep the team focused. However, more buffer time could have been accounted for given other commitments of team members and unforeseen circumstances. Passing on to the Data Science team.</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efbeba6a1c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 name="Google Shape;108;gefbeba6a1c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Malav</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bea1223c9f_0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3" name="Google Shape;113;gbea1223c9f_0_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Malav</a:t>
            </a:r>
            <a:endParaRPr/>
          </a:p>
          <a:p>
            <a:pPr indent="0" lvl="0" marL="0" rtl="0" algn="l">
              <a:lnSpc>
                <a:spcPct val="100000"/>
              </a:lnSpc>
              <a:spcBef>
                <a:spcPts val="0"/>
              </a:spcBef>
              <a:spcAft>
                <a:spcPts val="0"/>
              </a:spcAft>
              <a:buSzPts val="1100"/>
              <a:buNone/>
            </a:pPr>
            <a:r>
              <a:rPr lang="en-US">
                <a:solidFill>
                  <a:schemeClr val="dk1"/>
                </a:solidFill>
              </a:rPr>
              <a:t>Our goal was to analyze student interaction with their peers and understand their engagement and performance in a classroom. One way we achieved this is by creating a dashboard that could provide visuals about the sentiments and topic analysis from their interactions within the online learning community. Our team’s main goal for this semester was to deploy a functioning dashboard that could provide more valuable feedbacks to the professors and can help them structure their courses in the future. </a:t>
            </a:r>
            <a:endParaRPr/>
          </a:p>
          <a:p>
            <a:pPr indent="0" lvl="0" marL="0" rtl="0" algn="l">
              <a:lnSpc>
                <a:spcPct val="100000"/>
              </a:lnSpc>
              <a:spcBef>
                <a:spcPts val="110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19c7c681167_0_36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9" name="Google Shape;119;g19c7c681167_0_3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solidFill>
                  <a:schemeClr val="dk1"/>
                </a:solidFill>
              </a:rPr>
              <a:t>Jisan</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19c7c681167_0_4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8" name="Google Shape;128;g19c7c681167_0_4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Jisan</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Our ultimate goal for this semester is to improve all topic modeling, cognitive presence, and aspect-based sentiment analysis and to actually build a pipeline from data science model to our web page dashboard. We are planning to generate our result as a .csv file to deliver our output to web-dev team.</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175b9171bdc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7" name="Google Shape;137;g175b9171bdc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Jisan</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19c7c681167_0_40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19c7c681167_0_4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Malav- This is the result of the cognitive presence modeling that we </a:t>
            </a:r>
            <a:r>
              <a:rPr lang="en-US"/>
              <a:t>provided</a:t>
            </a:r>
            <a:r>
              <a:rPr lang="en-US"/>
              <a:t> to the web-dev team in a csv format. As you can see in the rightmost column a value is </a:t>
            </a:r>
            <a:r>
              <a:rPr lang="en-US"/>
              <a:t>assigned</a:t>
            </a:r>
            <a:r>
              <a:rPr lang="en-US"/>
              <a:t> to each row depicting that a comment has no cognitive </a:t>
            </a:r>
            <a:r>
              <a:rPr lang="en-US"/>
              <a:t>presence</a:t>
            </a:r>
            <a:r>
              <a:rPr lang="en-US"/>
              <a:t> being a 0 to the resolution stage being a 4. The biggest </a:t>
            </a:r>
            <a:r>
              <a:rPr lang="en-US"/>
              <a:t>challenge</a:t>
            </a:r>
            <a:r>
              <a:rPr lang="en-US"/>
              <a:t> we faced was lack of documentation about how the model is designed. It took us some time to </a:t>
            </a:r>
            <a:r>
              <a:rPr lang="en-US"/>
              <a:t>understand</a:t>
            </a:r>
            <a:r>
              <a:rPr lang="en-US"/>
              <a:t> the model and how to assign scores based on the tensorflow library. </a:t>
            </a:r>
            <a:r>
              <a:rPr lang="en-US"/>
              <a:t>Therefore</a:t>
            </a:r>
            <a:r>
              <a:rPr lang="en-US"/>
              <a:t>, for this semester we have focussed a lot on documenting our work for future teams to build upon that.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19c7c681167_0_5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19c7c681167_0_5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Malav</a:t>
            </a:r>
            <a:endParaRPr/>
          </a:p>
          <a:p>
            <a:pPr indent="0" lvl="0" marL="0" rtl="0" algn="l">
              <a:spcBef>
                <a:spcPts val="0"/>
              </a:spcBef>
              <a:spcAft>
                <a:spcPts val="0"/>
              </a:spcAft>
              <a:buNone/>
            </a:pPr>
            <a:r>
              <a:rPr lang="en-US"/>
              <a:t>We have finished our work on the Python script. We were able to run the test data on the saved models (Cogitive Presence</a:t>
            </a:r>
            <a:r>
              <a:rPr lang="en-US"/>
              <a:t> and </a:t>
            </a:r>
            <a:r>
              <a:rPr lang="en-US">
                <a:solidFill>
                  <a:schemeClr val="dk1"/>
                </a:solidFill>
              </a:rPr>
              <a:t>ABSA </a:t>
            </a:r>
            <a:r>
              <a:rPr lang="en-US"/>
              <a:t> Modelling). For now, the script is reading data from the csv file and generating output data for individual models and we are manually providing them to the web-dev team. In the future, once we deploy it and public API keys are available, we will be fetching the data using the Piazza API and directly connect it with the front-end code base, laying a foundation for the back-end.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19c7c681167_0_7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19c7c681167_0_7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Malav</a:t>
            </a:r>
            <a:endParaRPr/>
          </a:p>
          <a:p>
            <a:pPr indent="0" lvl="0" marL="0" rtl="0" algn="l">
              <a:spcBef>
                <a:spcPts val="0"/>
              </a:spcBef>
              <a:spcAft>
                <a:spcPts val="0"/>
              </a:spcAft>
              <a:buNone/>
            </a:pPr>
            <a:r>
              <a:rPr lang="en-US"/>
              <a:t>We we able to start our work on the Piazza feature that we this semester. For now, we used token matching to separate the questions and answers, but it’s not quite accurate. Also, we have started working on the python script and the future step in our process would be to run the 20% data on the saved model, and get a list of topics. Then we’ll be matching these topics with our database with the similar topics and would list out the results. We hope that the fully developed feature could be added to Piazza and is helpful in answering a lot of repetitive questions about both the logistics and content that could have been answered in the previous semesters.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19c7c681167_0_4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19c7c681167_0_4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Harriet</a:t>
            </a:r>
            <a:endParaRPr/>
          </a:p>
          <a:p>
            <a:pPr indent="0" lvl="0" marL="0" rtl="0" algn="l">
              <a:spcBef>
                <a:spcPts val="0"/>
              </a:spcBef>
              <a:spcAft>
                <a:spcPts val="0"/>
              </a:spcAft>
              <a:buNone/>
            </a:pPr>
            <a:r>
              <a:rPr lang="en-US"/>
              <a:t>Our last outcome is a 5-paged Team Report for future members. As there were a lot of codes we wrote this semester, we thought a guideline should be helpful for future members to go through what we have done.</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19ef70213dc_0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0" name="Google Shape;180;g19ef70213dc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Harriet</a:t>
            </a:r>
            <a:endParaRPr/>
          </a:p>
          <a:p>
            <a:pPr indent="0" lvl="0" marL="0" rtl="0" algn="l">
              <a:lnSpc>
                <a:spcPct val="100000"/>
              </a:lnSpc>
              <a:spcBef>
                <a:spcPts val="0"/>
              </a:spcBef>
              <a:spcAft>
                <a:spcPts val="0"/>
              </a:spcAft>
              <a:buClr>
                <a:schemeClr val="dk1"/>
              </a:buClr>
              <a:buSzPts val="1100"/>
              <a:buFont typeface="Arial"/>
              <a:buNone/>
            </a:pPr>
            <a:r>
              <a:rPr lang="en-US"/>
              <a:t>There were a few challenges. For topic modeling, since it was an unsupervised machine learning, some topics were irrelevant to the lecture. Also, we were lack of data so the accuracy was quite low. I will pass the challenges in ABSA because Jisan has already went through it. And for the pipeline, when we were getting Piazza data, we could only test it with the test page that we have credentials with. So in the future, we expect to test it with more data to actually see some meaningful data going through the pipeline.</a:t>
            </a:r>
            <a:endParaRPr/>
          </a:p>
          <a:p>
            <a:pPr indent="0" lvl="0" marL="0" rtl="0" algn="l">
              <a:lnSpc>
                <a:spcPct val="100000"/>
              </a:lnSpc>
              <a:spcBef>
                <a:spcPts val="0"/>
              </a:spcBef>
              <a:spcAft>
                <a:spcPts val="0"/>
              </a:spcAft>
              <a:buSzPts val="1100"/>
              <a:buNone/>
            </a:pPr>
            <a:r>
              <a:rPr lang="en-US"/>
              <a:t>From all these challenges and works, we learned that not only solving technical issues, thinking at the perspective of real users makes a better product.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19c7c681167_0_5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19c7c681167_0_5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Harriet</a:t>
            </a:r>
            <a:endParaRPr/>
          </a:p>
          <a:p>
            <a:pPr indent="0" lvl="0" marL="0" rtl="0" algn="l">
              <a:spcBef>
                <a:spcPts val="0"/>
              </a:spcBef>
              <a:spcAft>
                <a:spcPts val="0"/>
              </a:spcAft>
              <a:buNone/>
            </a:pPr>
            <a:r>
              <a:rPr lang="en-US"/>
              <a:t>Our future steps would be improving the models. To improve accuracy, we can try supervised Machine Learning for topic modeling and reduce data pre-processing or try </a:t>
            </a:r>
            <a:r>
              <a:rPr lang="en-US"/>
              <a:t>different</a:t>
            </a:r>
            <a:r>
              <a:rPr lang="en-US"/>
              <a:t> modules in ABSA. We also can test the models with other datasets from other courses.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1990b24d581_0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2" name="Google Shape;192;g1990b24d581_0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US">
                <a:solidFill>
                  <a:schemeClr val="dk1"/>
                </a:solidFill>
              </a:rPr>
              <a:t>Harriet</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US">
                <a:solidFill>
                  <a:schemeClr val="dk1"/>
                </a:solidFill>
              </a:rPr>
              <a:t>To reflect, we built a solid pipeline from Piazza to, Machine Learning Model, and to the Dashboard, and built a solid documentation for future members. Also, every team member actively participated in weekly sub-sub team meetings and helped each other.</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US">
                <a:solidFill>
                  <a:schemeClr val="dk1"/>
                </a:solidFill>
              </a:rPr>
              <a:t>And I think we could have done code review together after building a model to get more accurate/faster results.</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efbeba6a1c_0_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8" name="Google Shape;198;gefbeba6a1c_0_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1990b24d581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3" name="Google Shape;203;g1990b24d581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Gautam</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19b2debd8c3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19b2debd8c3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solidFill>
                  <a:schemeClr val="dk1"/>
                </a:solidFill>
              </a:rPr>
              <a:t>Gautam</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19b2debd8c3_0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19b2debd8c3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solidFill>
                  <a:schemeClr val="dk1"/>
                </a:solidFill>
              </a:rPr>
              <a:t>Gautam</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19b2debd8c3_0_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19b2debd8c3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solidFill>
                  <a:schemeClr val="dk1"/>
                </a:solidFill>
              </a:rPr>
              <a:t>Gautam</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19a59453d11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19a59453d1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Ritika</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1990b24d581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4" name="Google Shape;254;g1990b24d581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Ankit</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17258704c4c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0" name="Google Shape;260;g17258704c4c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US">
                <a:solidFill>
                  <a:schemeClr val="dk1"/>
                </a:solidFill>
              </a:rPr>
              <a:t>Ankit</a:t>
            </a:r>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19c371adc93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6" name="Google Shape;266;g19c371adc93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US">
                <a:solidFill>
                  <a:schemeClr val="dk1"/>
                </a:solidFill>
              </a:rPr>
              <a:t>Ankit</a:t>
            </a:r>
            <a:endParaRPr>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2" name="Google Shape;272;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Pratik</a:t>
            </a:r>
            <a:endParaRPr/>
          </a:p>
          <a:p>
            <a:pPr indent="0" lvl="0" marL="0" rtl="0" algn="l">
              <a:lnSpc>
                <a:spcPct val="100000"/>
              </a:lnSpc>
              <a:spcBef>
                <a:spcPts val="0"/>
              </a:spcBef>
              <a:spcAft>
                <a:spcPts val="0"/>
              </a:spcAft>
              <a:buSzPts val="1100"/>
              <a:buNone/>
            </a:pPr>
            <a:r>
              <a:rPr lang="en-US"/>
              <a:t>To conclude, the next steps in the roadmap is connecting the web-app front-end with data science models backend, and on the data science end, try integrating the cognitive presence model, aspect-based sentiment analysis and topic modeling to generate more granular insights for the instructors. We’ve created some documentation to help future teams pick up from here and take this project forward. Thank you for your time.</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9d48565bb2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8" name="Google Shape;278;g9d48565bb2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4" name="Google Shape;284;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bea1223c9f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9" name="Google Shape;289;gbea1223c9f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6" name="Shape 6"/>
        <p:cNvGrpSpPr/>
        <p:nvPr/>
      </p:nvGrpSpPr>
      <p:grpSpPr>
        <a:xfrm>
          <a:off x="0" y="0"/>
          <a:ext cx="0" cy="0"/>
          <a:chOff x="0" y="0"/>
          <a:chExt cx="0" cy="0"/>
        </a:xfrm>
      </p:grpSpPr>
      <p:sp>
        <p:nvSpPr>
          <p:cNvPr id="7" name="Google Shape;7;p14"/>
          <p:cNvSpPr txBox="1"/>
          <p:nvPr>
            <p:ph idx="1" type="subTitle"/>
          </p:nvPr>
        </p:nvSpPr>
        <p:spPr>
          <a:xfrm>
            <a:off x="4024461" y="3793068"/>
            <a:ext cx="6795913" cy="1684868"/>
          </a:xfrm>
          <a:prstGeom prst="rect">
            <a:avLst/>
          </a:prstGeom>
          <a:noFill/>
          <a:ln>
            <a:noFill/>
          </a:ln>
        </p:spPr>
        <p:txBody>
          <a:bodyPr anchorCtr="0" anchor="t" bIns="45700" lIns="91425" spcFirstLastPara="1" rIns="91425" wrap="square" tIns="45700">
            <a:noAutofit/>
          </a:bodyPr>
          <a:lstStyle>
            <a:lvl1pPr lvl="0" marR="0" rtl="0" algn="l">
              <a:lnSpc>
                <a:spcPct val="120000"/>
              </a:lnSpc>
              <a:spcBef>
                <a:spcPts val="600"/>
              </a:spcBef>
              <a:spcAft>
                <a:spcPts val="0"/>
              </a:spcAft>
              <a:buClr>
                <a:srgbClr val="7F7F7F"/>
              </a:buClr>
              <a:buSzPts val="3000"/>
              <a:buFont typeface="Arial"/>
              <a:buNone/>
              <a:defRPr b="0" i="0" sz="3000" u="none" cap="none" strike="noStrike">
                <a:solidFill>
                  <a:srgbClr val="7F7F7F"/>
                </a:solidFill>
                <a:latin typeface="Roboto Condensed Light"/>
                <a:ea typeface="Roboto Condensed Light"/>
                <a:cs typeface="Roboto Condensed Light"/>
                <a:sym typeface="Roboto Condensed Light"/>
              </a:defRPr>
            </a:lvl1pPr>
            <a:lvl2pPr lvl="1" marR="0" rtl="0" algn="ctr">
              <a:lnSpc>
                <a:spcPct val="100000"/>
              </a:lnSpc>
              <a:spcBef>
                <a:spcPts val="420"/>
              </a:spcBef>
              <a:spcAft>
                <a:spcPts val="0"/>
              </a:spcAft>
              <a:buClr>
                <a:srgbClr val="888888"/>
              </a:buClr>
              <a:buSzPts val="2100"/>
              <a:buFont typeface="Arial"/>
              <a:buNone/>
              <a:defRPr b="0" i="0" sz="2100" u="none" cap="none" strike="noStrike">
                <a:solidFill>
                  <a:srgbClr val="888888"/>
                </a:solidFill>
                <a:latin typeface="Arial"/>
                <a:ea typeface="Arial"/>
                <a:cs typeface="Arial"/>
                <a:sym typeface="Arial"/>
              </a:defRPr>
            </a:lvl2pPr>
            <a:lvl3pPr lvl="2" marR="0" rtl="0" algn="ctr">
              <a:lnSpc>
                <a:spcPct val="100000"/>
              </a:lnSpc>
              <a:spcBef>
                <a:spcPts val="360"/>
              </a:spcBef>
              <a:spcAft>
                <a:spcPts val="0"/>
              </a:spcAft>
              <a:buClr>
                <a:srgbClr val="888888"/>
              </a:buClr>
              <a:buSzPts val="1800"/>
              <a:buFont typeface="Arial"/>
              <a:buNone/>
              <a:defRPr b="0" i="0" sz="1800" u="none" cap="none" strike="noStrike">
                <a:solidFill>
                  <a:srgbClr val="888888"/>
                </a:solidFill>
                <a:latin typeface="Arial"/>
                <a:ea typeface="Arial"/>
                <a:cs typeface="Arial"/>
                <a:sym typeface="Arial"/>
              </a:defRPr>
            </a:lvl3pPr>
            <a:lvl4pPr lvl="3" marR="0" rtl="0" algn="ctr">
              <a:lnSpc>
                <a:spcPct val="100000"/>
              </a:lnSpc>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4pPr>
            <a:lvl5pPr lvl="4" marR="0" rtl="0" algn="ctr">
              <a:lnSpc>
                <a:spcPct val="100000"/>
              </a:lnSpc>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5pPr>
            <a:lvl6pPr lvl="5" marR="0" rtl="0" algn="ctr">
              <a:lnSpc>
                <a:spcPct val="100000"/>
              </a:lnSpc>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6pPr>
            <a:lvl7pPr lvl="6" marR="0" rtl="0" algn="ctr">
              <a:lnSpc>
                <a:spcPct val="100000"/>
              </a:lnSpc>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7pPr>
            <a:lvl8pPr lvl="7" marR="0" rtl="0" algn="ctr">
              <a:lnSpc>
                <a:spcPct val="100000"/>
              </a:lnSpc>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8pPr>
            <a:lvl9pPr lvl="8" marR="0" rtl="0" algn="ctr">
              <a:lnSpc>
                <a:spcPct val="100000"/>
              </a:lnSpc>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9pPr>
          </a:lstStyle>
          <a:p/>
        </p:txBody>
      </p:sp>
      <p:sp>
        <p:nvSpPr>
          <p:cNvPr id="8" name="Google Shape;8;p14"/>
          <p:cNvSpPr txBox="1"/>
          <p:nvPr>
            <p:ph type="ctrTitle"/>
          </p:nvPr>
        </p:nvSpPr>
        <p:spPr>
          <a:xfrm>
            <a:off x="4024462" y="333633"/>
            <a:ext cx="6795913" cy="3459435"/>
          </a:xfrm>
          <a:prstGeom prst="rect">
            <a:avLst/>
          </a:prstGeom>
          <a:noFill/>
          <a:ln>
            <a:noFill/>
          </a:ln>
        </p:spPr>
        <p:txBody>
          <a:bodyPr anchorCtr="0" anchor="b" bIns="45700" lIns="91425" spcFirstLastPara="1" rIns="91425" wrap="square" tIns="45700">
            <a:normAutofit/>
          </a:bodyPr>
          <a:lstStyle>
            <a:lvl1pPr lvl="0" marR="0" rtl="0" algn="l">
              <a:lnSpc>
                <a:spcPct val="114285"/>
              </a:lnSpc>
              <a:spcBef>
                <a:spcPts val="0"/>
              </a:spcBef>
              <a:spcAft>
                <a:spcPts val="0"/>
              </a:spcAft>
              <a:buClr>
                <a:srgbClr val="A7934B"/>
              </a:buClr>
              <a:buSzPts val="4200"/>
              <a:buFont typeface="Roboto"/>
              <a:buNone/>
              <a:defRPr b="1" i="0" sz="4200" u="none" cap="none" strike="noStrike">
                <a:solidFill>
                  <a:srgbClr val="A7934B"/>
                </a:solidFill>
                <a:latin typeface="Roboto"/>
                <a:ea typeface="Roboto"/>
                <a:cs typeface="Roboto"/>
                <a:sym typeface="Robo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5" name="Shape 15"/>
        <p:cNvGrpSpPr/>
        <p:nvPr/>
      </p:nvGrpSpPr>
      <p:grpSpPr>
        <a:xfrm>
          <a:off x="0" y="0"/>
          <a:ext cx="0" cy="0"/>
          <a:chOff x="0" y="0"/>
          <a:chExt cx="0" cy="0"/>
        </a:xfrm>
      </p:grpSpPr>
      <p:sp>
        <p:nvSpPr>
          <p:cNvPr id="16" name="Google Shape;16;g19c7c681167_0_156"/>
          <p:cNvSpPr txBox="1"/>
          <p:nvPr>
            <p:ph idx="1" type="body"/>
          </p:nvPr>
        </p:nvSpPr>
        <p:spPr>
          <a:xfrm>
            <a:off x="381000" y="1215484"/>
            <a:ext cx="11430000" cy="4596300"/>
          </a:xfrm>
          <a:prstGeom prst="rect">
            <a:avLst/>
          </a:prstGeom>
          <a:noFill/>
          <a:ln>
            <a:noFill/>
          </a:ln>
        </p:spPr>
        <p:txBody>
          <a:bodyPr anchorCtr="0" anchor="t" bIns="45700" lIns="91425" spcFirstLastPara="1" rIns="91425" wrap="square" tIns="45700">
            <a:normAutofit/>
          </a:bodyPr>
          <a:lstStyle>
            <a:lvl1pPr indent="-342900" lvl="0" marL="457200" rtl="0" algn="l">
              <a:lnSpc>
                <a:spcPct val="90000"/>
              </a:lnSpc>
              <a:spcBef>
                <a:spcPts val="1000"/>
              </a:spcBef>
              <a:spcAft>
                <a:spcPts val="0"/>
              </a:spcAft>
              <a:buClr>
                <a:schemeClr val="dk1"/>
              </a:buClr>
              <a:buSzPts val="1800"/>
              <a:buChar char="•"/>
              <a:defRPr/>
            </a:lvl1pPr>
            <a:lvl2pPr indent="-342900" lvl="1" marL="914400" rtl="0" algn="l">
              <a:lnSpc>
                <a:spcPct val="90000"/>
              </a:lnSpc>
              <a:spcBef>
                <a:spcPts val="500"/>
              </a:spcBef>
              <a:spcAft>
                <a:spcPts val="0"/>
              </a:spcAft>
              <a:buClr>
                <a:schemeClr val="dk1"/>
              </a:buClr>
              <a:buSzPts val="1800"/>
              <a:buChar char="•"/>
              <a:defRPr/>
            </a:lvl2pPr>
            <a:lvl3pPr indent="-342900" lvl="2" marL="1371600" rtl="0" algn="l">
              <a:lnSpc>
                <a:spcPct val="90000"/>
              </a:lnSpc>
              <a:spcBef>
                <a:spcPts val="500"/>
              </a:spcBef>
              <a:spcAft>
                <a:spcPts val="0"/>
              </a:spcAft>
              <a:buClr>
                <a:schemeClr val="dk1"/>
              </a:buClr>
              <a:buSzPts val="1800"/>
              <a:buChar char="•"/>
              <a:defRPr/>
            </a:lvl3pPr>
            <a:lvl4pPr indent="-342900" lvl="3" marL="1828800" rtl="0" algn="l">
              <a:lnSpc>
                <a:spcPct val="90000"/>
              </a:lnSpc>
              <a:spcBef>
                <a:spcPts val="500"/>
              </a:spcBef>
              <a:spcAft>
                <a:spcPts val="0"/>
              </a:spcAft>
              <a:buClr>
                <a:schemeClr val="dk1"/>
              </a:buClr>
              <a:buSzPts val="1800"/>
              <a:buChar char="•"/>
              <a:defRPr/>
            </a:lvl4pPr>
            <a:lvl5pPr indent="-342900" lvl="4" marL="2286000" rtl="0" algn="l">
              <a:lnSpc>
                <a:spcPct val="90000"/>
              </a:lnSpc>
              <a:spcBef>
                <a:spcPts val="500"/>
              </a:spcBef>
              <a:spcAft>
                <a:spcPts val="0"/>
              </a:spcAft>
              <a:buClr>
                <a:schemeClr val="dk1"/>
              </a:buClr>
              <a:buSzPts val="1800"/>
              <a:buChar char="•"/>
              <a:defRPr/>
            </a:lvl5pPr>
            <a:lvl6pPr indent="-342900" lvl="5" marL="2743200" rtl="0" algn="l">
              <a:lnSpc>
                <a:spcPct val="90000"/>
              </a:lnSpc>
              <a:spcBef>
                <a:spcPts val="500"/>
              </a:spcBef>
              <a:spcAft>
                <a:spcPts val="0"/>
              </a:spcAft>
              <a:buClr>
                <a:schemeClr val="dk1"/>
              </a:buClr>
              <a:buSzPts val="1800"/>
              <a:buChar char="•"/>
              <a:defRPr/>
            </a:lvl6pPr>
            <a:lvl7pPr indent="-342900" lvl="6" marL="3200400" rtl="0" algn="l">
              <a:lnSpc>
                <a:spcPct val="90000"/>
              </a:lnSpc>
              <a:spcBef>
                <a:spcPts val="500"/>
              </a:spcBef>
              <a:spcAft>
                <a:spcPts val="0"/>
              </a:spcAft>
              <a:buClr>
                <a:schemeClr val="dk1"/>
              </a:buClr>
              <a:buSzPts val="1800"/>
              <a:buChar char="•"/>
              <a:defRPr/>
            </a:lvl7pPr>
            <a:lvl8pPr indent="-342900" lvl="7" marL="3657600" rtl="0" algn="l">
              <a:lnSpc>
                <a:spcPct val="90000"/>
              </a:lnSpc>
              <a:spcBef>
                <a:spcPts val="500"/>
              </a:spcBef>
              <a:spcAft>
                <a:spcPts val="0"/>
              </a:spcAft>
              <a:buClr>
                <a:schemeClr val="dk1"/>
              </a:buClr>
              <a:buSzPts val="1800"/>
              <a:buChar char="•"/>
              <a:defRPr/>
            </a:lvl8pPr>
            <a:lvl9pPr indent="-342900" lvl="8" marL="4114800" rtl="0" algn="l">
              <a:lnSpc>
                <a:spcPct val="90000"/>
              </a:lnSpc>
              <a:spcBef>
                <a:spcPts val="500"/>
              </a:spcBef>
              <a:spcAft>
                <a:spcPts val="0"/>
              </a:spcAft>
              <a:buClr>
                <a:schemeClr val="dk1"/>
              </a:buClr>
              <a:buSzPts val="1800"/>
              <a:buChar char="•"/>
              <a:defRPr/>
            </a:lvl9pPr>
          </a:lstStyle>
          <a:p/>
        </p:txBody>
      </p:sp>
      <p:sp>
        <p:nvSpPr>
          <p:cNvPr id="17" name="Google Shape;17;g19c7c681167_0_156"/>
          <p:cNvSpPr txBox="1"/>
          <p:nvPr>
            <p:ph idx="10" type="dt"/>
          </p:nvPr>
        </p:nvSpPr>
        <p:spPr>
          <a:xfrm>
            <a:off x="381000" y="5811839"/>
            <a:ext cx="27432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8" name="Google Shape;18;g19c7c681167_0_156"/>
          <p:cNvSpPr txBox="1"/>
          <p:nvPr>
            <p:ph idx="11" type="ftr"/>
          </p:nvPr>
        </p:nvSpPr>
        <p:spPr>
          <a:xfrm>
            <a:off x="3126154" y="5811839"/>
            <a:ext cx="5941500" cy="365100"/>
          </a:xfrm>
          <a:prstGeom prst="rect">
            <a:avLst/>
          </a:prstGeom>
          <a:noFill/>
          <a:ln>
            <a:noFill/>
          </a:ln>
        </p:spPr>
        <p:txBody>
          <a:bodyPr anchorCtr="0" anchor="ctr"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9" name="Google Shape;19;g19c7c681167_0_156"/>
          <p:cNvSpPr txBox="1"/>
          <p:nvPr>
            <p:ph idx="12" type="sldNum"/>
          </p:nvPr>
        </p:nvSpPr>
        <p:spPr>
          <a:xfrm>
            <a:off x="9067800" y="5811839"/>
            <a:ext cx="2743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20" name="Google Shape;20;g19c7c681167_0_156"/>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rgbClr val="A7934B"/>
              </a:buClr>
              <a:buSzPts val="18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ONLY" type="titleOnly">
  <p:cSld name="TITLE_ONLY">
    <p:spTree>
      <p:nvGrpSpPr>
        <p:cNvPr id="21" name="Shape 21"/>
        <p:cNvGrpSpPr/>
        <p:nvPr/>
      </p:nvGrpSpPr>
      <p:grpSpPr>
        <a:xfrm>
          <a:off x="0" y="0"/>
          <a:ext cx="0" cy="0"/>
          <a:chOff x="0" y="0"/>
          <a:chExt cx="0" cy="0"/>
        </a:xfrm>
      </p:grpSpPr>
      <p:sp>
        <p:nvSpPr>
          <p:cNvPr id="22" name="Google Shape;22;g19c7c681167_0_162"/>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rgbClr val="A7934B"/>
              </a:buClr>
              <a:buSzPts val="18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23" name="Google Shape;23;g19c7c681167_0_162"/>
          <p:cNvSpPr txBox="1"/>
          <p:nvPr>
            <p:ph idx="10" type="dt"/>
          </p:nvPr>
        </p:nvSpPr>
        <p:spPr>
          <a:xfrm>
            <a:off x="381000" y="5811839"/>
            <a:ext cx="27432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24" name="Google Shape;24;g19c7c681167_0_162"/>
          <p:cNvSpPr txBox="1"/>
          <p:nvPr>
            <p:ph idx="11" type="ftr"/>
          </p:nvPr>
        </p:nvSpPr>
        <p:spPr>
          <a:xfrm>
            <a:off x="3126154" y="5811839"/>
            <a:ext cx="5941500" cy="365100"/>
          </a:xfrm>
          <a:prstGeom prst="rect">
            <a:avLst/>
          </a:prstGeom>
          <a:noFill/>
          <a:ln>
            <a:noFill/>
          </a:ln>
        </p:spPr>
        <p:txBody>
          <a:bodyPr anchorCtr="0" anchor="ctr"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25" name="Google Shape;25;g19c7c681167_0_162"/>
          <p:cNvSpPr txBox="1"/>
          <p:nvPr>
            <p:ph idx="12" type="sldNum"/>
          </p:nvPr>
        </p:nvSpPr>
        <p:spPr>
          <a:xfrm>
            <a:off x="9067800" y="5811839"/>
            <a:ext cx="2743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6" name="Shape 26"/>
        <p:cNvGrpSpPr/>
        <p:nvPr/>
      </p:nvGrpSpPr>
      <p:grpSpPr>
        <a:xfrm>
          <a:off x="0" y="0"/>
          <a:ext cx="0" cy="0"/>
          <a:chOff x="0" y="0"/>
          <a:chExt cx="0" cy="0"/>
        </a:xfrm>
      </p:grpSpPr>
      <p:sp>
        <p:nvSpPr>
          <p:cNvPr id="27" name="Google Shape;27;g19c7c681167_0_167"/>
          <p:cNvSpPr txBox="1"/>
          <p:nvPr>
            <p:ph idx="10" type="dt"/>
          </p:nvPr>
        </p:nvSpPr>
        <p:spPr>
          <a:xfrm>
            <a:off x="381000" y="5811839"/>
            <a:ext cx="27432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28" name="Google Shape;28;g19c7c681167_0_167"/>
          <p:cNvSpPr txBox="1"/>
          <p:nvPr>
            <p:ph idx="11" type="ftr"/>
          </p:nvPr>
        </p:nvSpPr>
        <p:spPr>
          <a:xfrm>
            <a:off x="3126154" y="5811839"/>
            <a:ext cx="5941500" cy="365100"/>
          </a:xfrm>
          <a:prstGeom prst="rect">
            <a:avLst/>
          </a:prstGeom>
          <a:noFill/>
          <a:ln>
            <a:noFill/>
          </a:ln>
        </p:spPr>
        <p:txBody>
          <a:bodyPr anchorCtr="0" anchor="ctr"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29" name="Google Shape;29;g19c7c681167_0_167"/>
          <p:cNvSpPr txBox="1"/>
          <p:nvPr>
            <p:ph idx="12" type="sldNum"/>
          </p:nvPr>
        </p:nvSpPr>
        <p:spPr>
          <a:xfrm>
            <a:off x="9067800" y="5811839"/>
            <a:ext cx="2743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_OBJECTS" type="twoObj">
  <p:cSld name="TWO_OBJECTS">
    <p:spTree>
      <p:nvGrpSpPr>
        <p:cNvPr id="30" name="Shape 30"/>
        <p:cNvGrpSpPr/>
        <p:nvPr/>
      </p:nvGrpSpPr>
      <p:grpSpPr>
        <a:xfrm>
          <a:off x="0" y="0"/>
          <a:ext cx="0" cy="0"/>
          <a:chOff x="0" y="0"/>
          <a:chExt cx="0" cy="0"/>
        </a:xfrm>
      </p:grpSpPr>
      <p:sp>
        <p:nvSpPr>
          <p:cNvPr id="31" name="Google Shape;31;g19c7c681167_0_171"/>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rgbClr val="A7934B"/>
              </a:buClr>
              <a:buSzPts val="18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32" name="Google Shape;32;g19c7c681167_0_171"/>
          <p:cNvSpPr txBox="1"/>
          <p:nvPr>
            <p:ph idx="1" type="body"/>
          </p:nvPr>
        </p:nvSpPr>
        <p:spPr>
          <a:xfrm>
            <a:off x="379048" y="1215483"/>
            <a:ext cx="5615400" cy="4961400"/>
          </a:xfrm>
          <a:prstGeom prst="rect">
            <a:avLst/>
          </a:prstGeom>
          <a:noFill/>
          <a:ln>
            <a:noFill/>
          </a:ln>
        </p:spPr>
        <p:txBody>
          <a:bodyPr anchorCtr="0" anchor="t" bIns="45700" lIns="91425" spcFirstLastPara="1" rIns="91425" wrap="square" tIns="45700">
            <a:normAutofit/>
          </a:bodyPr>
          <a:lstStyle>
            <a:lvl1pPr indent="-342900" lvl="0" marL="457200" rtl="0" algn="l">
              <a:lnSpc>
                <a:spcPct val="90000"/>
              </a:lnSpc>
              <a:spcBef>
                <a:spcPts val="1000"/>
              </a:spcBef>
              <a:spcAft>
                <a:spcPts val="0"/>
              </a:spcAft>
              <a:buClr>
                <a:schemeClr val="dk1"/>
              </a:buClr>
              <a:buSzPts val="1800"/>
              <a:buChar char="•"/>
              <a:defRPr/>
            </a:lvl1pPr>
            <a:lvl2pPr indent="-342900" lvl="1" marL="914400" rtl="0" algn="l">
              <a:lnSpc>
                <a:spcPct val="90000"/>
              </a:lnSpc>
              <a:spcBef>
                <a:spcPts val="500"/>
              </a:spcBef>
              <a:spcAft>
                <a:spcPts val="0"/>
              </a:spcAft>
              <a:buClr>
                <a:schemeClr val="dk1"/>
              </a:buClr>
              <a:buSzPts val="1800"/>
              <a:buChar char="•"/>
              <a:defRPr/>
            </a:lvl2pPr>
            <a:lvl3pPr indent="-342900" lvl="2" marL="1371600" rtl="0" algn="l">
              <a:lnSpc>
                <a:spcPct val="90000"/>
              </a:lnSpc>
              <a:spcBef>
                <a:spcPts val="500"/>
              </a:spcBef>
              <a:spcAft>
                <a:spcPts val="0"/>
              </a:spcAft>
              <a:buClr>
                <a:schemeClr val="dk1"/>
              </a:buClr>
              <a:buSzPts val="1800"/>
              <a:buChar char="•"/>
              <a:defRPr/>
            </a:lvl3pPr>
            <a:lvl4pPr indent="-342900" lvl="3" marL="1828800" rtl="0" algn="l">
              <a:lnSpc>
                <a:spcPct val="90000"/>
              </a:lnSpc>
              <a:spcBef>
                <a:spcPts val="500"/>
              </a:spcBef>
              <a:spcAft>
                <a:spcPts val="0"/>
              </a:spcAft>
              <a:buClr>
                <a:schemeClr val="dk1"/>
              </a:buClr>
              <a:buSzPts val="1800"/>
              <a:buChar char="•"/>
              <a:defRPr/>
            </a:lvl4pPr>
            <a:lvl5pPr indent="-342900" lvl="4" marL="2286000" rtl="0" algn="l">
              <a:lnSpc>
                <a:spcPct val="90000"/>
              </a:lnSpc>
              <a:spcBef>
                <a:spcPts val="500"/>
              </a:spcBef>
              <a:spcAft>
                <a:spcPts val="0"/>
              </a:spcAft>
              <a:buClr>
                <a:schemeClr val="dk1"/>
              </a:buClr>
              <a:buSzPts val="1800"/>
              <a:buChar char="•"/>
              <a:defRPr/>
            </a:lvl5pPr>
            <a:lvl6pPr indent="-342900" lvl="5" marL="2743200" rtl="0" algn="l">
              <a:lnSpc>
                <a:spcPct val="90000"/>
              </a:lnSpc>
              <a:spcBef>
                <a:spcPts val="500"/>
              </a:spcBef>
              <a:spcAft>
                <a:spcPts val="0"/>
              </a:spcAft>
              <a:buClr>
                <a:schemeClr val="dk1"/>
              </a:buClr>
              <a:buSzPts val="1800"/>
              <a:buChar char="•"/>
              <a:defRPr/>
            </a:lvl6pPr>
            <a:lvl7pPr indent="-342900" lvl="6" marL="3200400" rtl="0" algn="l">
              <a:lnSpc>
                <a:spcPct val="90000"/>
              </a:lnSpc>
              <a:spcBef>
                <a:spcPts val="500"/>
              </a:spcBef>
              <a:spcAft>
                <a:spcPts val="0"/>
              </a:spcAft>
              <a:buClr>
                <a:schemeClr val="dk1"/>
              </a:buClr>
              <a:buSzPts val="1800"/>
              <a:buChar char="•"/>
              <a:defRPr/>
            </a:lvl7pPr>
            <a:lvl8pPr indent="-342900" lvl="7" marL="3657600" rtl="0" algn="l">
              <a:lnSpc>
                <a:spcPct val="90000"/>
              </a:lnSpc>
              <a:spcBef>
                <a:spcPts val="500"/>
              </a:spcBef>
              <a:spcAft>
                <a:spcPts val="0"/>
              </a:spcAft>
              <a:buClr>
                <a:schemeClr val="dk1"/>
              </a:buClr>
              <a:buSzPts val="1800"/>
              <a:buChar char="•"/>
              <a:defRPr/>
            </a:lvl8pPr>
            <a:lvl9pPr indent="-342900" lvl="8" marL="4114800" rtl="0" algn="l">
              <a:lnSpc>
                <a:spcPct val="90000"/>
              </a:lnSpc>
              <a:spcBef>
                <a:spcPts val="500"/>
              </a:spcBef>
              <a:spcAft>
                <a:spcPts val="0"/>
              </a:spcAft>
              <a:buClr>
                <a:schemeClr val="dk1"/>
              </a:buClr>
              <a:buSzPts val="1800"/>
              <a:buChar char="•"/>
              <a:defRPr/>
            </a:lvl9pPr>
          </a:lstStyle>
          <a:p/>
        </p:txBody>
      </p:sp>
      <p:sp>
        <p:nvSpPr>
          <p:cNvPr id="33" name="Google Shape;33;g19c7c681167_0_171"/>
          <p:cNvSpPr txBox="1"/>
          <p:nvPr>
            <p:ph idx="2" type="body"/>
          </p:nvPr>
        </p:nvSpPr>
        <p:spPr>
          <a:xfrm>
            <a:off x="6197600" y="1215483"/>
            <a:ext cx="5613300" cy="4961400"/>
          </a:xfrm>
          <a:prstGeom prst="rect">
            <a:avLst/>
          </a:prstGeom>
          <a:noFill/>
          <a:ln>
            <a:noFill/>
          </a:ln>
        </p:spPr>
        <p:txBody>
          <a:bodyPr anchorCtr="0" anchor="t" bIns="45700" lIns="91425" spcFirstLastPara="1" rIns="91425" wrap="square" tIns="45700">
            <a:normAutofit/>
          </a:bodyPr>
          <a:lstStyle>
            <a:lvl1pPr indent="-342900" lvl="0" marL="457200" rtl="0" algn="l">
              <a:lnSpc>
                <a:spcPct val="90000"/>
              </a:lnSpc>
              <a:spcBef>
                <a:spcPts val="1000"/>
              </a:spcBef>
              <a:spcAft>
                <a:spcPts val="0"/>
              </a:spcAft>
              <a:buClr>
                <a:schemeClr val="dk1"/>
              </a:buClr>
              <a:buSzPts val="1800"/>
              <a:buChar char="•"/>
              <a:defRPr/>
            </a:lvl1pPr>
            <a:lvl2pPr indent="-342900" lvl="1" marL="914400" rtl="0" algn="l">
              <a:lnSpc>
                <a:spcPct val="90000"/>
              </a:lnSpc>
              <a:spcBef>
                <a:spcPts val="500"/>
              </a:spcBef>
              <a:spcAft>
                <a:spcPts val="0"/>
              </a:spcAft>
              <a:buClr>
                <a:schemeClr val="dk1"/>
              </a:buClr>
              <a:buSzPts val="1800"/>
              <a:buChar char="•"/>
              <a:defRPr/>
            </a:lvl2pPr>
            <a:lvl3pPr indent="-342900" lvl="2" marL="1371600" rtl="0" algn="l">
              <a:lnSpc>
                <a:spcPct val="90000"/>
              </a:lnSpc>
              <a:spcBef>
                <a:spcPts val="500"/>
              </a:spcBef>
              <a:spcAft>
                <a:spcPts val="0"/>
              </a:spcAft>
              <a:buClr>
                <a:schemeClr val="dk1"/>
              </a:buClr>
              <a:buSzPts val="1800"/>
              <a:buChar char="•"/>
              <a:defRPr/>
            </a:lvl3pPr>
            <a:lvl4pPr indent="-342900" lvl="3" marL="1828800" rtl="0" algn="l">
              <a:lnSpc>
                <a:spcPct val="90000"/>
              </a:lnSpc>
              <a:spcBef>
                <a:spcPts val="500"/>
              </a:spcBef>
              <a:spcAft>
                <a:spcPts val="0"/>
              </a:spcAft>
              <a:buClr>
                <a:schemeClr val="dk1"/>
              </a:buClr>
              <a:buSzPts val="1800"/>
              <a:buChar char="•"/>
              <a:defRPr/>
            </a:lvl4pPr>
            <a:lvl5pPr indent="-342900" lvl="4" marL="2286000" rtl="0" algn="l">
              <a:lnSpc>
                <a:spcPct val="90000"/>
              </a:lnSpc>
              <a:spcBef>
                <a:spcPts val="500"/>
              </a:spcBef>
              <a:spcAft>
                <a:spcPts val="0"/>
              </a:spcAft>
              <a:buClr>
                <a:schemeClr val="dk1"/>
              </a:buClr>
              <a:buSzPts val="1800"/>
              <a:buChar char="•"/>
              <a:defRPr/>
            </a:lvl5pPr>
            <a:lvl6pPr indent="-342900" lvl="5" marL="2743200" rtl="0" algn="l">
              <a:lnSpc>
                <a:spcPct val="90000"/>
              </a:lnSpc>
              <a:spcBef>
                <a:spcPts val="500"/>
              </a:spcBef>
              <a:spcAft>
                <a:spcPts val="0"/>
              </a:spcAft>
              <a:buClr>
                <a:schemeClr val="dk1"/>
              </a:buClr>
              <a:buSzPts val="1800"/>
              <a:buChar char="•"/>
              <a:defRPr/>
            </a:lvl6pPr>
            <a:lvl7pPr indent="-342900" lvl="6" marL="3200400" rtl="0" algn="l">
              <a:lnSpc>
                <a:spcPct val="90000"/>
              </a:lnSpc>
              <a:spcBef>
                <a:spcPts val="500"/>
              </a:spcBef>
              <a:spcAft>
                <a:spcPts val="0"/>
              </a:spcAft>
              <a:buClr>
                <a:schemeClr val="dk1"/>
              </a:buClr>
              <a:buSzPts val="1800"/>
              <a:buChar char="•"/>
              <a:defRPr/>
            </a:lvl7pPr>
            <a:lvl8pPr indent="-342900" lvl="7" marL="3657600" rtl="0" algn="l">
              <a:lnSpc>
                <a:spcPct val="90000"/>
              </a:lnSpc>
              <a:spcBef>
                <a:spcPts val="500"/>
              </a:spcBef>
              <a:spcAft>
                <a:spcPts val="0"/>
              </a:spcAft>
              <a:buClr>
                <a:schemeClr val="dk1"/>
              </a:buClr>
              <a:buSzPts val="1800"/>
              <a:buChar char="•"/>
              <a:defRPr/>
            </a:lvl8pPr>
            <a:lvl9pPr indent="-342900" lvl="8" marL="4114800" rtl="0" algn="l">
              <a:lnSpc>
                <a:spcPct val="90000"/>
              </a:lnSpc>
              <a:spcBef>
                <a:spcPts val="500"/>
              </a:spcBef>
              <a:spcAft>
                <a:spcPts val="0"/>
              </a:spcAft>
              <a:buClr>
                <a:schemeClr val="dk1"/>
              </a:buClr>
              <a:buSzPts val="1800"/>
              <a:buChar char="•"/>
              <a:defRPr/>
            </a:lvl9pPr>
          </a:lstStyle>
          <a:p/>
        </p:txBody>
      </p:sp>
      <p:sp>
        <p:nvSpPr>
          <p:cNvPr id="34" name="Google Shape;34;g19c7c681167_0_171"/>
          <p:cNvSpPr txBox="1"/>
          <p:nvPr>
            <p:ph idx="10" type="dt"/>
          </p:nvPr>
        </p:nvSpPr>
        <p:spPr>
          <a:xfrm>
            <a:off x="381000" y="5811839"/>
            <a:ext cx="27432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35" name="Google Shape;35;g19c7c681167_0_171"/>
          <p:cNvSpPr txBox="1"/>
          <p:nvPr>
            <p:ph idx="11" type="ftr"/>
          </p:nvPr>
        </p:nvSpPr>
        <p:spPr>
          <a:xfrm>
            <a:off x="3126154" y="5811839"/>
            <a:ext cx="5941500" cy="365100"/>
          </a:xfrm>
          <a:prstGeom prst="rect">
            <a:avLst/>
          </a:prstGeom>
          <a:noFill/>
          <a:ln>
            <a:noFill/>
          </a:ln>
        </p:spPr>
        <p:txBody>
          <a:bodyPr anchorCtr="0" anchor="ctr"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36" name="Google Shape;36;g19c7c681167_0_171"/>
          <p:cNvSpPr txBox="1"/>
          <p:nvPr>
            <p:ph idx="12" type="sldNum"/>
          </p:nvPr>
        </p:nvSpPr>
        <p:spPr>
          <a:xfrm>
            <a:off x="9067800" y="5811839"/>
            <a:ext cx="2743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37" name="Shape 37"/>
        <p:cNvGrpSpPr/>
        <p:nvPr/>
      </p:nvGrpSpPr>
      <p:grpSpPr>
        <a:xfrm>
          <a:off x="0" y="0"/>
          <a:ext cx="0" cy="0"/>
          <a:chOff x="0" y="0"/>
          <a:chExt cx="0" cy="0"/>
        </a:xfrm>
      </p:grpSpPr>
      <p:sp>
        <p:nvSpPr>
          <p:cNvPr id="38" name="Google Shape;38;g19c7c681167_0_178"/>
          <p:cNvSpPr txBox="1"/>
          <p:nvPr>
            <p:ph idx="1" type="body"/>
          </p:nvPr>
        </p:nvSpPr>
        <p:spPr>
          <a:xfrm>
            <a:off x="381001" y="1235113"/>
            <a:ext cx="5617500" cy="823800"/>
          </a:xfrm>
          <a:prstGeom prst="rect">
            <a:avLst/>
          </a:prstGeom>
          <a:noFill/>
          <a:ln>
            <a:noFill/>
          </a:ln>
        </p:spPr>
        <p:txBody>
          <a:bodyPr anchorCtr="0" anchor="b" bIns="45700" lIns="91425" spcFirstLastPara="1" rIns="91425" wrap="square" tIns="45700">
            <a:normAutofit/>
          </a:bodyPr>
          <a:lstStyle>
            <a:lvl1pPr indent="-228600" lvl="0" marL="457200" rtl="0" algn="l">
              <a:lnSpc>
                <a:spcPct val="90000"/>
              </a:lnSpc>
              <a:spcBef>
                <a:spcPts val="1000"/>
              </a:spcBef>
              <a:spcAft>
                <a:spcPts val="0"/>
              </a:spcAft>
              <a:buClr>
                <a:schemeClr val="dk1"/>
              </a:buClr>
              <a:buSzPts val="2400"/>
              <a:buNone/>
              <a:defRPr b="1" sz="2400"/>
            </a:lvl1pPr>
            <a:lvl2pPr indent="-228600" lvl="1" marL="914400" rtl="0" algn="l">
              <a:lnSpc>
                <a:spcPct val="90000"/>
              </a:lnSpc>
              <a:spcBef>
                <a:spcPts val="500"/>
              </a:spcBef>
              <a:spcAft>
                <a:spcPts val="0"/>
              </a:spcAft>
              <a:buClr>
                <a:schemeClr val="dk1"/>
              </a:buClr>
              <a:buSzPts val="2000"/>
              <a:buNone/>
              <a:defRPr b="1" sz="2000"/>
            </a:lvl2pPr>
            <a:lvl3pPr indent="-228600" lvl="2" marL="1371600" rtl="0" algn="l">
              <a:lnSpc>
                <a:spcPct val="90000"/>
              </a:lnSpc>
              <a:spcBef>
                <a:spcPts val="500"/>
              </a:spcBef>
              <a:spcAft>
                <a:spcPts val="0"/>
              </a:spcAft>
              <a:buClr>
                <a:schemeClr val="dk1"/>
              </a:buClr>
              <a:buSzPts val="1800"/>
              <a:buNone/>
              <a:defRPr b="1" sz="1800"/>
            </a:lvl3pPr>
            <a:lvl4pPr indent="-228600" lvl="3" marL="1828800" rtl="0" algn="l">
              <a:lnSpc>
                <a:spcPct val="90000"/>
              </a:lnSpc>
              <a:spcBef>
                <a:spcPts val="500"/>
              </a:spcBef>
              <a:spcAft>
                <a:spcPts val="0"/>
              </a:spcAft>
              <a:buClr>
                <a:schemeClr val="dk1"/>
              </a:buClr>
              <a:buSzPts val="1600"/>
              <a:buNone/>
              <a:defRPr b="1" sz="1600"/>
            </a:lvl4pPr>
            <a:lvl5pPr indent="-228600" lvl="4" marL="2286000" rtl="0" algn="l">
              <a:lnSpc>
                <a:spcPct val="90000"/>
              </a:lnSpc>
              <a:spcBef>
                <a:spcPts val="500"/>
              </a:spcBef>
              <a:spcAft>
                <a:spcPts val="0"/>
              </a:spcAft>
              <a:buClr>
                <a:schemeClr val="dk1"/>
              </a:buClr>
              <a:buSzPts val="1600"/>
              <a:buNone/>
              <a:defRPr b="1" sz="1600"/>
            </a:lvl5pPr>
            <a:lvl6pPr indent="-228600" lvl="5" marL="2743200" rtl="0" algn="l">
              <a:lnSpc>
                <a:spcPct val="90000"/>
              </a:lnSpc>
              <a:spcBef>
                <a:spcPts val="500"/>
              </a:spcBef>
              <a:spcAft>
                <a:spcPts val="0"/>
              </a:spcAft>
              <a:buClr>
                <a:schemeClr val="dk1"/>
              </a:buClr>
              <a:buSzPts val="1600"/>
              <a:buNone/>
              <a:defRPr b="1" sz="1600"/>
            </a:lvl6pPr>
            <a:lvl7pPr indent="-228600" lvl="6" marL="3200400" rtl="0" algn="l">
              <a:lnSpc>
                <a:spcPct val="90000"/>
              </a:lnSpc>
              <a:spcBef>
                <a:spcPts val="500"/>
              </a:spcBef>
              <a:spcAft>
                <a:spcPts val="0"/>
              </a:spcAft>
              <a:buClr>
                <a:schemeClr val="dk1"/>
              </a:buClr>
              <a:buSzPts val="1600"/>
              <a:buNone/>
              <a:defRPr b="1" sz="1600"/>
            </a:lvl7pPr>
            <a:lvl8pPr indent="-228600" lvl="7" marL="3657600" rtl="0" algn="l">
              <a:lnSpc>
                <a:spcPct val="90000"/>
              </a:lnSpc>
              <a:spcBef>
                <a:spcPts val="500"/>
              </a:spcBef>
              <a:spcAft>
                <a:spcPts val="0"/>
              </a:spcAft>
              <a:buClr>
                <a:schemeClr val="dk1"/>
              </a:buClr>
              <a:buSzPts val="1600"/>
              <a:buNone/>
              <a:defRPr b="1" sz="1600"/>
            </a:lvl8pPr>
            <a:lvl9pPr indent="-228600" lvl="8" marL="4114800" rtl="0" algn="l">
              <a:lnSpc>
                <a:spcPct val="90000"/>
              </a:lnSpc>
              <a:spcBef>
                <a:spcPts val="500"/>
              </a:spcBef>
              <a:spcAft>
                <a:spcPts val="0"/>
              </a:spcAft>
              <a:buClr>
                <a:schemeClr val="dk1"/>
              </a:buClr>
              <a:buSzPts val="1600"/>
              <a:buNone/>
              <a:defRPr b="1" sz="1600"/>
            </a:lvl9pPr>
          </a:lstStyle>
          <a:p/>
        </p:txBody>
      </p:sp>
      <p:sp>
        <p:nvSpPr>
          <p:cNvPr id="39" name="Google Shape;39;g19c7c681167_0_178"/>
          <p:cNvSpPr txBox="1"/>
          <p:nvPr>
            <p:ph idx="2" type="body"/>
          </p:nvPr>
        </p:nvSpPr>
        <p:spPr>
          <a:xfrm>
            <a:off x="381001" y="2078657"/>
            <a:ext cx="5617500" cy="4110900"/>
          </a:xfrm>
          <a:prstGeom prst="rect">
            <a:avLst/>
          </a:prstGeom>
          <a:noFill/>
          <a:ln>
            <a:noFill/>
          </a:ln>
        </p:spPr>
        <p:txBody>
          <a:bodyPr anchorCtr="0" anchor="t" bIns="45700" lIns="91425" spcFirstLastPara="1" rIns="91425" wrap="square" tIns="45700">
            <a:normAutofit/>
          </a:bodyPr>
          <a:lstStyle>
            <a:lvl1pPr indent="-342900" lvl="0" marL="457200" rtl="0" algn="l">
              <a:lnSpc>
                <a:spcPct val="90000"/>
              </a:lnSpc>
              <a:spcBef>
                <a:spcPts val="1000"/>
              </a:spcBef>
              <a:spcAft>
                <a:spcPts val="0"/>
              </a:spcAft>
              <a:buClr>
                <a:schemeClr val="dk1"/>
              </a:buClr>
              <a:buSzPts val="1800"/>
              <a:buChar char="•"/>
              <a:defRPr/>
            </a:lvl1pPr>
            <a:lvl2pPr indent="-342900" lvl="1" marL="914400" rtl="0" algn="l">
              <a:lnSpc>
                <a:spcPct val="90000"/>
              </a:lnSpc>
              <a:spcBef>
                <a:spcPts val="500"/>
              </a:spcBef>
              <a:spcAft>
                <a:spcPts val="0"/>
              </a:spcAft>
              <a:buClr>
                <a:schemeClr val="dk1"/>
              </a:buClr>
              <a:buSzPts val="1800"/>
              <a:buChar char="•"/>
              <a:defRPr/>
            </a:lvl2pPr>
            <a:lvl3pPr indent="-342900" lvl="2" marL="1371600" rtl="0" algn="l">
              <a:lnSpc>
                <a:spcPct val="90000"/>
              </a:lnSpc>
              <a:spcBef>
                <a:spcPts val="500"/>
              </a:spcBef>
              <a:spcAft>
                <a:spcPts val="0"/>
              </a:spcAft>
              <a:buClr>
                <a:schemeClr val="dk1"/>
              </a:buClr>
              <a:buSzPts val="1800"/>
              <a:buChar char="•"/>
              <a:defRPr/>
            </a:lvl3pPr>
            <a:lvl4pPr indent="-342900" lvl="3" marL="1828800" rtl="0" algn="l">
              <a:lnSpc>
                <a:spcPct val="90000"/>
              </a:lnSpc>
              <a:spcBef>
                <a:spcPts val="500"/>
              </a:spcBef>
              <a:spcAft>
                <a:spcPts val="0"/>
              </a:spcAft>
              <a:buClr>
                <a:schemeClr val="dk1"/>
              </a:buClr>
              <a:buSzPts val="1800"/>
              <a:buChar char="•"/>
              <a:defRPr/>
            </a:lvl4pPr>
            <a:lvl5pPr indent="-342900" lvl="4" marL="2286000" rtl="0" algn="l">
              <a:lnSpc>
                <a:spcPct val="90000"/>
              </a:lnSpc>
              <a:spcBef>
                <a:spcPts val="500"/>
              </a:spcBef>
              <a:spcAft>
                <a:spcPts val="0"/>
              </a:spcAft>
              <a:buClr>
                <a:schemeClr val="dk1"/>
              </a:buClr>
              <a:buSzPts val="1800"/>
              <a:buChar char="•"/>
              <a:defRPr/>
            </a:lvl5pPr>
            <a:lvl6pPr indent="-342900" lvl="5" marL="2743200" rtl="0" algn="l">
              <a:lnSpc>
                <a:spcPct val="90000"/>
              </a:lnSpc>
              <a:spcBef>
                <a:spcPts val="500"/>
              </a:spcBef>
              <a:spcAft>
                <a:spcPts val="0"/>
              </a:spcAft>
              <a:buClr>
                <a:schemeClr val="dk1"/>
              </a:buClr>
              <a:buSzPts val="1800"/>
              <a:buChar char="•"/>
              <a:defRPr/>
            </a:lvl6pPr>
            <a:lvl7pPr indent="-342900" lvl="6" marL="3200400" rtl="0" algn="l">
              <a:lnSpc>
                <a:spcPct val="90000"/>
              </a:lnSpc>
              <a:spcBef>
                <a:spcPts val="500"/>
              </a:spcBef>
              <a:spcAft>
                <a:spcPts val="0"/>
              </a:spcAft>
              <a:buClr>
                <a:schemeClr val="dk1"/>
              </a:buClr>
              <a:buSzPts val="1800"/>
              <a:buChar char="•"/>
              <a:defRPr/>
            </a:lvl7pPr>
            <a:lvl8pPr indent="-342900" lvl="7" marL="3657600" rtl="0" algn="l">
              <a:lnSpc>
                <a:spcPct val="90000"/>
              </a:lnSpc>
              <a:spcBef>
                <a:spcPts val="500"/>
              </a:spcBef>
              <a:spcAft>
                <a:spcPts val="0"/>
              </a:spcAft>
              <a:buClr>
                <a:schemeClr val="dk1"/>
              </a:buClr>
              <a:buSzPts val="1800"/>
              <a:buChar char="•"/>
              <a:defRPr/>
            </a:lvl8pPr>
            <a:lvl9pPr indent="-342900" lvl="8" marL="4114800" rtl="0" algn="l">
              <a:lnSpc>
                <a:spcPct val="90000"/>
              </a:lnSpc>
              <a:spcBef>
                <a:spcPts val="500"/>
              </a:spcBef>
              <a:spcAft>
                <a:spcPts val="0"/>
              </a:spcAft>
              <a:buClr>
                <a:schemeClr val="dk1"/>
              </a:buClr>
              <a:buSzPts val="1800"/>
              <a:buChar char="•"/>
              <a:defRPr/>
            </a:lvl9pPr>
          </a:lstStyle>
          <a:p/>
        </p:txBody>
      </p:sp>
      <p:sp>
        <p:nvSpPr>
          <p:cNvPr id="40" name="Google Shape;40;g19c7c681167_0_178"/>
          <p:cNvSpPr txBox="1"/>
          <p:nvPr>
            <p:ph idx="3" type="body"/>
          </p:nvPr>
        </p:nvSpPr>
        <p:spPr>
          <a:xfrm>
            <a:off x="6172200" y="1235113"/>
            <a:ext cx="5638800" cy="823800"/>
          </a:xfrm>
          <a:prstGeom prst="rect">
            <a:avLst/>
          </a:prstGeom>
          <a:noFill/>
          <a:ln>
            <a:noFill/>
          </a:ln>
        </p:spPr>
        <p:txBody>
          <a:bodyPr anchorCtr="0" anchor="b" bIns="45700" lIns="91425" spcFirstLastPara="1" rIns="91425" wrap="square" tIns="45700">
            <a:normAutofit/>
          </a:bodyPr>
          <a:lstStyle>
            <a:lvl1pPr indent="-228600" lvl="0" marL="457200" rtl="0" algn="l">
              <a:lnSpc>
                <a:spcPct val="90000"/>
              </a:lnSpc>
              <a:spcBef>
                <a:spcPts val="1000"/>
              </a:spcBef>
              <a:spcAft>
                <a:spcPts val="0"/>
              </a:spcAft>
              <a:buClr>
                <a:schemeClr val="dk1"/>
              </a:buClr>
              <a:buSzPts val="2400"/>
              <a:buNone/>
              <a:defRPr b="1" sz="2400"/>
            </a:lvl1pPr>
            <a:lvl2pPr indent="-228600" lvl="1" marL="914400" rtl="0" algn="l">
              <a:lnSpc>
                <a:spcPct val="90000"/>
              </a:lnSpc>
              <a:spcBef>
                <a:spcPts val="500"/>
              </a:spcBef>
              <a:spcAft>
                <a:spcPts val="0"/>
              </a:spcAft>
              <a:buClr>
                <a:schemeClr val="dk1"/>
              </a:buClr>
              <a:buSzPts val="2000"/>
              <a:buNone/>
              <a:defRPr b="1" sz="2000"/>
            </a:lvl2pPr>
            <a:lvl3pPr indent="-228600" lvl="2" marL="1371600" rtl="0" algn="l">
              <a:lnSpc>
                <a:spcPct val="90000"/>
              </a:lnSpc>
              <a:spcBef>
                <a:spcPts val="500"/>
              </a:spcBef>
              <a:spcAft>
                <a:spcPts val="0"/>
              </a:spcAft>
              <a:buClr>
                <a:schemeClr val="dk1"/>
              </a:buClr>
              <a:buSzPts val="1800"/>
              <a:buNone/>
              <a:defRPr b="1" sz="1800"/>
            </a:lvl3pPr>
            <a:lvl4pPr indent="-228600" lvl="3" marL="1828800" rtl="0" algn="l">
              <a:lnSpc>
                <a:spcPct val="90000"/>
              </a:lnSpc>
              <a:spcBef>
                <a:spcPts val="500"/>
              </a:spcBef>
              <a:spcAft>
                <a:spcPts val="0"/>
              </a:spcAft>
              <a:buClr>
                <a:schemeClr val="dk1"/>
              </a:buClr>
              <a:buSzPts val="1600"/>
              <a:buNone/>
              <a:defRPr b="1" sz="1600"/>
            </a:lvl4pPr>
            <a:lvl5pPr indent="-228600" lvl="4" marL="2286000" rtl="0" algn="l">
              <a:lnSpc>
                <a:spcPct val="90000"/>
              </a:lnSpc>
              <a:spcBef>
                <a:spcPts val="500"/>
              </a:spcBef>
              <a:spcAft>
                <a:spcPts val="0"/>
              </a:spcAft>
              <a:buClr>
                <a:schemeClr val="dk1"/>
              </a:buClr>
              <a:buSzPts val="1600"/>
              <a:buNone/>
              <a:defRPr b="1" sz="1600"/>
            </a:lvl5pPr>
            <a:lvl6pPr indent="-228600" lvl="5" marL="2743200" rtl="0" algn="l">
              <a:lnSpc>
                <a:spcPct val="90000"/>
              </a:lnSpc>
              <a:spcBef>
                <a:spcPts val="500"/>
              </a:spcBef>
              <a:spcAft>
                <a:spcPts val="0"/>
              </a:spcAft>
              <a:buClr>
                <a:schemeClr val="dk1"/>
              </a:buClr>
              <a:buSzPts val="1600"/>
              <a:buNone/>
              <a:defRPr b="1" sz="1600"/>
            </a:lvl6pPr>
            <a:lvl7pPr indent="-228600" lvl="6" marL="3200400" rtl="0" algn="l">
              <a:lnSpc>
                <a:spcPct val="90000"/>
              </a:lnSpc>
              <a:spcBef>
                <a:spcPts val="500"/>
              </a:spcBef>
              <a:spcAft>
                <a:spcPts val="0"/>
              </a:spcAft>
              <a:buClr>
                <a:schemeClr val="dk1"/>
              </a:buClr>
              <a:buSzPts val="1600"/>
              <a:buNone/>
              <a:defRPr b="1" sz="1600"/>
            </a:lvl7pPr>
            <a:lvl8pPr indent="-228600" lvl="7" marL="3657600" rtl="0" algn="l">
              <a:lnSpc>
                <a:spcPct val="90000"/>
              </a:lnSpc>
              <a:spcBef>
                <a:spcPts val="500"/>
              </a:spcBef>
              <a:spcAft>
                <a:spcPts val="0"/>
              </a:spcAft>
              <a:buClr>
                <a:schemeClr val="dk1"/>
              </a:buClr>
              <a:buSzPts val="1600"/>
              <a:buNone/>
              <a:defRPr b="1" sz="1600"/>
            </a:lvl8pPr>
            <a:lvl9pPr indent="-228600" lvl="8" marL="4114800" rtl="0" algn="l">
              <a:lnSpc>
                <a:spcPct val="90000"/>
              </a:lnSpc>
              <a:spcBef>
                <a:spcPts val="500"/>
              </a:spcBef>
              <a:spcAft>
                <a:spcPts val="0"/>
              </a:spcAft>
              <a:buClr>
                <a:schemeClr val="dk1"/>
              </a:buClr>
              <a:buSzPts val="1600"/>
              <a:buNone/>
              <a:defRPr b="1" sz="1600"/>
            </a:lvl9pPr>
          </a:lstStyle>
          <a:p/>
        </p:txBody>
      </p:sp>
      <p:sp>
        <p:nvSpPr>
          <p:cNvPr id="41" name="Google Shape;41;g19c7c681167_0_178"/>
          <p:cNvSpPr txBox="1"/>
          <p:nvPr>
            <p:ph idx="4" type="body"/>
          </p:nvPr>
        </p:nvSpPr>
        <p:spPr>
          <a:xfrm>
            <a:off x="6172200" y="2078657"/>
            <a:ext cx="5638800" cy="4110900"/>
          </a:xfrm>
          <a:prstGeom prst="rect">
            <a:avLst/>
          </a:prstGeom>
          <a:noFill/>
          <a:ln>
            <a:noFill/>
          </a:ln>
        </p:spPr>
        <p:txBody>
          <a:bodyPr anchorCtr="0" anchor="t" bIns="45700" lIns="91425" spcFirstLastPara="1" rIns="91425" wrap="square" tIns="45700">
            <a:normAutofit/>
          </a:bodyPr>
          <a:lstStyle>
            <a:lvl1pPr indent="-342900" lvl="0" marL="457200" rtl="0" algn="l">
              <a:lnSpc>
                <a:spcPct val="90000"/>
              </a:lnSpc>
              <a:spcBef>
                <a:spcPts val="1000"/>
              </a:spcBef>
              <a:spcAft>
                <a:spcPts val="0"/>
              </a:spcAft>
              <a:buClr>
                <a:schemeClr val="dk1"/>
              </a:buClr>
              <a:buSzPts val="1800"/>
              <a:buChar char="•"/>
              <a:defRPr/>
            </a:lvl1pPr>
            <a:lvl2pPr indent="-342900" lvl="1" marL="914400" rtl="0" algn="l">
              <a:lnSpc>
                <a:spcPct val="90000"/>
              </a:lnSpc>
              <a:spcBef>
                <a:spcPts val="500"/>
              </a:spcBef>
              <a:spcAft>
                <a:spcPts val="0"/>
              </a:spcAft>
              <a:buClr>
                <a:schemeClr val="dk1"/>
              </a:buClr>
              <a:buSzPts val="1800"/>
              <a:buChar char="•"/>
              <a:defRPr/>
            </a:lvl2pPr>
            <a:lvl3pPr indent="-342900" lvl="2" marL="1371600" rtl="0" algn="l">
              <a:lnSpc>
                <a:spcPct val="90000"/>
              </a:lnSpc>
              <a:spcBef>
                <a:spcPts val="500"/>
              </a:spcBef>
              <a:spcAft>
                <a:spcPts val="0"/>
              </a:spcAft>
              <a:buClr>
                <a:schemeClr val="dk1"/>
              </a:buClr>
              <a:buSzPts val="1800"/>
              <a:buChar char="•"/>
              <a:defRPr/>
            </a:lvl3pPr>
            <a:lvl4pPr indent="-342900" lvl="3" marL="1828800" rtl="0" algn="l">
              <a:lnSpc>
                <a:spcPct val="90000"/>
              </a:lnSpc>
              <a:spcBef>
                <a:spcPts val="500"/>
              </a:spcBef>
              <a:spcAft>
                <a:spcPts val="0"/>
              </a:spcAft>
              <a:buClr>
                <a:schemeClr val="dk1"/>
              </a:buClr>
              <a:buSzPts val="1800"/>
              <a:buChar char="•"/>
              <a:defRPr/>
            </a:lvl4pPr>
            <a:lvl5pPr indent="-342900" lvl="4" marL="2286000" rtl="0" algn="l">
              <a:lnSpc>
                <a:spcPct val="90000"/>
              </a:lnSpc>
              <a:spcBef>
                <a:spcPts val="500"/>
              </a:spcBef>
              <a:spcAft>
                <a:spcPts val="0"/>
              </a:spcAft>
              <a:buClr>
                <a:schemeClr val="dk1"/>
              </a:buClr>
              <a:buSzPts val="1800"/>
              <a:buChar char="•"/>
              <a:defRPr/>
            </a:lvl5pPr>
            <a:lvl6pPr indent="-342900" lvl="5" marL="2743200" rtl="0" algn="l">
              <a:lnSpc>
                <a:spcPct val="90000"/>
              </a:lnSpc>
              <a:spcBef>
                <a:spcPts val="500"/>
              </a:spcBef>
              <a:spcAft>
                <a:spcPts val="0"/>
              </a:spcAft>
              <a:buClr>
                <a:schemeClr val="dk1"/>
              </a:buClr>
              <a:buSzPts val="1800"/>
              <a:buChar char="•"/>
              <a:defRPr/>
            </a:lvl6pPr>
            <a:lvl7pPr indent="-342900" lvl="6" marL="3200400" rtl="0" algn="l">
              <a:lnSpc>
                <a:spcPct val="90000"/>
              </a:lnSpc>
              <a:spcBef>
                <a:spcPts val="500"/>
              </a:spcBef>
              <a:spcAft>
                <a:spcPts val="0"/>
              </a:spcAft>
              <a:buClr>
                <a:schemeClr val="dk1"/>
              </a:buClr>
              <a:buSzPts val="1800"/>
              <a:buChar char="•"/>
              <a:defRPr/>
            </a:lvl7pPr>
            <a:lvl8pPr indent="-342900" lvl="7" marL="3657600" rtl="0" algn="l">
              <a:lnSpc>
                <a:spcPct val="90000"/>
              </a:lnSpc>
              <a:spcBef>
                <a:spcPts val="500"/>
              </a:spcBef>
              <a:spcAft>
                <a:spcPts val="0"/>
              </a:spcAft>
              <a:buClr>
                <a:schemeClr val="dk1"/>
              </a:buClr>
              <a:buSzPts val="1800"/>
              <a:buChar char="•"/>
              <a:defRPr/>
            </a:lvl8pPr>
            <a:lvl9pPr indent="-342900" lvl="8" marL="4114800" rtl="0" algn="l">
              <a:lnSpc>
                <a:spcPct val="90000"/>
              </a:lnSpc>
              <a:spcBef>
                <a:spcPts val="500"/>
              </a:spcBef>
              <a:spcAft>
                <a:spcPts val="0"/>
              </a:spcAft>
              <a:buClr>
                <a:schemeClr val="dk1"/>
              </a:buClr>
              <a:buSzPts val="1800"/>
              <a:buChar char="•"/>
              <a:defRPr/>
            </a:lvl9pPr>
          </a:lstStyle>
          <a:p/>
        </p:txBody>
      </p:sp>
      <p:sp>
        <p:nvSpPr>
          <p:cNvPr id="42" name="Google Shape;42;g19c7c681167_0_178"/>
          <p:cNvSpPr txBox="1"/>
          <p:nvPr>
            <p:ph idx="10" type="dt"/>
          </p:nvPr>
        </p:nvSpPr>
        <p:spPr>
          <a:xfrm>
            <a:off x="381000" y="5811839"/>
            <a:ext cx="27432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43" name="Google Shape;43;g19c7c681167_0_178"/>
          <p:cNvSpPr txBox="1"/>
          <p:nvPr>
            <p:ph idx="11" type="ftr"/>
          </p:nvPr>
        </p:nvSpPr>
        <p:spPr>
          <a:xfrm>
            <a:off x="3126154" y="5811839"/>
            <a:ext cx="5941500" cy="365100"/>
          </a:xfrm>
          <a:prstGeom prst="rect">
            <a:avLst/>
          </a:prstGeom>
          <a:noFill/>
          <a:ln>
            <a:noFill/>
          </a:ln>
        </p:spPr>
        <p:txBody>
          <a:bodyPr anchorCtr="0" anchor="ctr"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44" name="Google Shape;44;g19c7c681167_0_178"/>
          <p:cNvSpPr txBox="1"/>
          <p:nvPr>
            <p:ph idx="12" type="sldNum"/>
          </p:nvPr>
        </p:nvSpPr>
        <p:spPr>
          <a:xfrm>
            <a:off x="9067800" y="5811839"/>
            <a:ext cx="2743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45" name="Google Shape;45;g19c7c681167_0_178"/>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rgbClr val="A7934B"/>
              </a:buClr>
              <a:buSzPts val="18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_WITH_CAPTION_TEXT" type="objTx">
  <p:cSld name="OBJECT_WITH_CAPTION_TEXT">
    <p:spTree>
      <p:nvGrpSpPr>
        <p:cNvPr id="46" name="Shape 46"/>
        <p:cNvGrpSpPr/>
        <p:nvPr/>
      </p:nvGrpSpPr>
      <p:grpSpPr>
        <a:xfrm>
          <a:off x="0" y="0"/>
          <a:ext cx="0" cy="0"/>
          <a:chOff x="0" y="0"/>
          <a:chExt cx="0" cy="0"/>
        </a:xfrm>
      </p:grpSpPr>
      <p:sp>
        <p:nvSpPr>
          <p:cNvPr id="47" name="Google Shape;47;g19c7c681167_0_187"/>
          <p:cNvSpPr txBox="1"/>
          <p:nvPr>
            <p:ph type="title"/>
          </p:nvPr>
        </p:nvSpPr>
        <p:spPr>
          <a:xfrm>
            <a:off x="381001" y="457200"/>
            <a:ext cx="3932700" cy="1600200"/>
          </a:xfrm>
          <a:prstGeom prst="rect">
            <a:avLst/>
          </a:prstGeom>
          <a:noFill/>
          <a:ln>
            <a:noFill/>
          </a:ln>
        </p:spPr>
        <p:txBody>
          <a:bodyPr anchorCtr="0" anchor="b" bIns="45700" lIns="91425" spcFirstLastPara="1" rIns="91425" wrap="square" tIns="45700">
            <a:normAutofit/>
          </a:bodyPr>
          <a:lstStyle>
            <a:lvl1pPr lvl="0" rtl="0" algn="l">
              <a:lnSpc>
                <a:spcPct val="90000"/>
              </a:lnSpc>
              <a:spcBef>
                <a:spcPts val="0"/>
              </a:spcBef>
              <a:spcAft>
                <a:spcPts val="0"/>
              </a:spcAft>
              <a:buClr>
                <a:srgbClr val="A7934B"/>
              </a:buClr>
              <a:buSzPts val="3200"/>
              <a:buFont typeface="Roboto"/>
              <a:buNone/>
              <a:defRPr sz="3200"/>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48" name="Google Shape;48;g19c7c681167_0_187"/>
          <p:cNvSpPr txBox="1"/>
          <p:nvPr>
            <p:ph idx="1" type="body"/>
          </p:nvPr>
        </p:nvSpPr>
        <p:spPr>
          <a:xfrm>
            <a:off x="4313768" y="457201"/>
            <a:ext cx="7497300" cy="5403900"/>
          </a:xfrm>
          <a:prstGeom prst="rect">
            <a:avLst/>
          </a:prstGeom>
          <a:noFill/>
          <a:ln>
            <a:noFill/>
          </a:ln>
        </p:spPr>
        <p:txBody>
          <a:bodyPr anchorCtr="0" anchor="t" bIns="45700" lIns="91425" spcFirstLastPara="1" rIns="91425" wrap="square" tIns="45700">
            <a:normAutofit/>
          </a:bodyPr>
          <a:lstStyle>
            <a:lvl1pPr indent="-431800" lvl="0" marL="457200" rtl="0" algn="l">
              <a:lnSpc>
                <a:spcPct val="90000"/>
              </a:lnSpc>
              <a:spcBef>
                <a:spcPts val="1000"/>
              </a:spcBef>
              <a:spcAft>
                <a:spcPts val="0"/>
              </a:spcAft>
              <a:buClr>
                <a:schemeClr val="dk1"/>
              </a:buClr>
              <a:buSzPts val="3200"/>
              <a:buChar char="•"/>
              <a:defRPr sz="3200"/>
            </a:lvl1pPr>
            <a:lvl2pPr indent="-406400" lvl="1" marL="914400" rtl="0" algn="l">
              <a:lnSpc>
                <a:spcPct val="90000"/>
              </a:lnSpc>
              <a:spcBef>
                <a:spcPts val="500"/>
              </a:spcBef>
              <a:spcAft>
                <a:spcPts val="0"/>
              </a:spcAft>
              <a:buClr>
                <a:schemeClr val="dk1"/>
              </a:buClr>
              <a:buSzPts val="2800"/>
              <a:buChar char="•"/>
              <a:defRPr sz="2800"/>
            </a:lvl2pPr>
            <a:lvl3pPr indent="-381000" lvl="2" marL="1371600" rtl="0" algn="l">
              <a:lnSpc>
                <a:spcPct val="90000"/>
              </a:lnSpc>
              <a:spcBef>
                <a:spcPts val="500"/>
              </a:spcBef>
              <a:spcAft>
                <a:spcPts val="0"/>
              </a:spcAft>
              <a:buClr>
                <a:schemeClr val="dk1"/>
              </a:buClr>
              <a:buSzPts val="2400"/>
              <a:buChar char="•"/>
              <a:defRPr sz="2400"/>
            </a:lvl3pPr>
            <a:lvl4pPr indent="-355600" lvl="3" marL="1828800" rtl="0" algn="l">
              <a:lnSpc>
                <a:spcPct val="90000"/>
              </a:lnSpc>
              <a:spcBef>
                <a:spcPts val="500"/>
              </a:spcBef>
              <a:spcAft>
                <a:spcPts val="0"/>
              </a:spcAft>
              <a:buClr>
                <a:schemeClr val="dk1"/>
              </a:buClr>
              <a:buSzPts val="2000"/>
              <a:buChar char="•"/>
              <a:defRPr sz="2000"/>
            </a:lvl4pPr>
            <a:lvl5pPr indent="-355600" lvl="4" marL="2286000" rtl="0" algn="l">
              <a:lnSpc>
                <a:spcPct val="90000"/>
              </a:lnSpc>
              <a:spcBef>
                <a:spcPts val="500"/>
              </a:spcBef>
              <a:spcAft>
                <a:spcPts val="0"/>
              </a:spcAft>
              <a:buClr>
                <a:schemeClr val="dk1"/>
              </a:buClr>
              <a:buSzPts val="2000"/>
              <a:buChar char="•"/>
              <a:defRPr sz="2000"/>
            </a:lvl5pPr>
            <a:lvl6pPr indent="-355600" lvl="5" marL="2743200" rtl="0" algn="l">
              <a:lnSpc>
                <a:spcPct val="90000"/>
              </a:lnSpc>
              <a:spcBef>
                <a:spcPts val="500"/>
              </a:spcBef>
              <a:spcAft>
                <a:spcPts val="0"/>
              </a:spcAft>
              <a:buClr>
                <a:schemeClr val="dk1"/>
              </a:buClr>
              <a:buSzPts val="2000"/>
              <a:buChar char="•"/>
              <a:defRPr sz="2000"/>
            </a:lvl6pPr>
            <a:lvl7pPr indent="-355600" lvl="6" marL="3200400" rtl="0" algn="l">
              <a:lnSpc>
                <a:spcPct val="90000"/>
              </a:lnSpc>
              <a:spcBef>
                <a:spcPts val="500"/>
              </a:spcBef>
              <a:spcAft>
                <a:spcPts val="0"/>
              </a:spcAft>
              <a:buClr>
                <a:schemeClr val="dk1"/>
              </a:buClr>
              <a:buSzPts val="2000"/>
              <a:buChar char="•"/>
              <a:defRPr sz="2000"/>
            </a:lvl7pPr>
            <a:lvl8pPr indent="-355600" lvl="7" marL="3657600" rtl="0" algn="l">
              <a:lnSpc>
                <a:spcPct val="90000"/>
              </a:lnSpc>
              <a:spcBef>
                <a:spcPts val="500"/>
              </a:spcBef>
              <a:spcAft>
                <a:spcPts val="0"/>
              </a:spcAft>
              <a:buClr>
                <a:schemeClr val="dk1"/>
              </a:buClr>
              <a:buSzPts val="2000"/>
              <a:buChar char="•"/>
              <a:defRPr sz="2000"/>
            </a:lvl8pPr>
            <a:lvl9pPr indent="-355600" lvl="8" marL="4114800" rtl="0" algn="l">
              <a:lnSpc>
                <a:spcPct val="90000"/>
              </a:lnSpc>
              <a:spcBef>
                <a:spcPts val="500"/>
              </a:spcBef>
              <a:spcAft>
                <a:spcPts val="0"/>
              </a:spcAft>
              <a:buClr>
                <a:schemeClr val="dk1"/>
              </a:buClr>
              <a:buSzPts val="2000"/>
              <a:buChar char="•"/>
              <a:defRPr sz="2000"/>
            </a:lvl9pPr>
          </a:lstStyle>
          <a:p/>
        </p:txBody>
      </p:sp>
      <p:sp>
        <p:nvSpPr>
          <p:cNvPr id="49" name="Google Shape;49;g19c7c681167_0_187"/>
          <p:cNvSpPr txBox="1"/>
          <p:nvPr>
            <p:ph idx="2" type="body"/>
          </p:nvPr>
        </p:nvSpPr>
        <p:spPr>
          <a:xfrm>
            <a:off x="381001" y="2274849"/>
            <a:ext cx="3932700" cy="3594000"/>
          </a:xfrm>
          <a:prstGeom prst="rect">
            <a:avLst/>
          </a:prstGeom>
          <a:noFill/>
          <a:ln>
            <a:noFill/>
          </a:ln>
        </p:spPr>
        <p:txBody>
          <a:bodyPr anchorCtr="0" anchor="t" bIns="45700" lIns="91425" spcFirstLastPara="1" rIns="91425" wrap="square" tIns="45700">
            <a:normAutofit/>
          </a:bodyPr>
          <a:lstStyle>
            <a:lvl1pPr indent="-228600" lvl="0" marL="457200" rtl="0" algn="l">
              <a:lnSpc>
                <a:spcPct val="90000"/>
              </a:lnSpc>
              <a:spcBef>
                <a:spcPts val="1000"/>
              </a:spcBef>
              <a:spcAft>
                <a:spcPts val="0"/>
              </a:spcAft>
              <a:buClr>
                <a:schemeClr val="dk1"/>
              </a:buClr>
              <a:buSzPts val="1600"/>
              <a:buNone/>
              <a:defRPr sz="1600"/>
            </a:lvl1pPr>
            <a:lvl2pPr indent="-228600" lvl="1" marL="914400" rtl="0" algn="l">
              <a:lnSpc>
                <a:spcPct val="90000"/>
              </a:lnSpc>
              <a:spcBef>
                <a:spcPts val="500"/>
              </a:spcBef>
              <a:spcAft>
                <a:spcPts val="0"/>
              </a:spcAft>
              <a:buClr>
                <a:schemeClr val="dk1"/>
              </a:buClr>
              <a:buSzPts val="1400"/>
              <a:buNone/>
              <a:defRPr sz="1400"/>
            </a:lvl2pPr>
            <a:lvl3pPr indent="-228600" lvl="2" marL="1371600" rtl="0" algn="l">
              <a:lnSpc>
                <a:spcPct val="90000"/>
              </a:lnSpc>
              <a:spcBef>
                <a:spcPts val="500"/>
              </a:spcBef>
              <a:spcAft>
                <a:spcPts val="0"/>
              </a:spcAft>
              <a:buClr>
                <a:schemeClr val="dk1"/>
              </a:buClr>
              <a:buSzPts val="1200"/>
              <a:buNone/>
              <a:defRPr sz="1200"/>
            </a:lvl3pPr>
            <a:lvl4pPr indent="-228600" lvl="3" marL="1828800" rtl="0" algn="l">
              <a:lnSpc>
                <a:spcPct val="90000"/>
              </a:lnSpc>
              <a:spcBef>
                <a:spcPts val="500"/>
              </a:spcBef>
              <a:spcAft>
                <a:spcPts val="0"/>
              </a:spcAft>
              <a:buClr>
                <a:schemeClr val="dk1"/>
              </a:buClr>
              <a:buSzPts val="1000"/>
              <a:buNone/>
              <a:defRPr sz="1000"/>
            </a:lvl4pPr>
            <a:lvl5pPr indent="-228600" lvl="4" marL="2286000" rtl="0" algn="l">
              <a:lnSpc>
                <a:spcPct val="90000"/>
              </a:lnSpc>
              <a:spcBef>
                <a:spcPts val="500"/>
              </a:spcBef>
              <a:spcAft>
                <a:spcPts val="0"/>
              </a:spcAft>
              <a:buClr>
                <a:schemeClr val="dk1"/>
              </a:buClr>
              <a:buSzPts val="1000"/>
              <a:buNone/>
              <a:defRPr sz="1000"/>
            </a:lvl5pPr>
            <a:lvl6pPr indent="-228600" lvl="5" marL="2743200" rtl="0" algn="l">
              <a:lnSpc>
                <a:spcPct val="90000"/>
              </a:lnSpc>
              <a:spcBef>
                <a:spcPts val="500"/>
              </a:spcBef>
              <a:spcAft>
                <a:spcPts val="0"/>
              </a:spcAft>
              <a:buClr>
                <a:schemeClr val="dk1"/>
              </a:buClr>
              <a:buSzPts val="1000"/>
              <a:buNone/>
              <a:defRPr sz="1000"/>
            </a:lvl6pPr>
            <a:lvl7pPr indent="-228600" lvl="6" marL="3200400" rtl="0" algn="l">
              <a:lnSpc>
                <a:spcPct val="90000"/>
              </a:lnSpc>
              <a:spcBef>
                <a:spcPts val="500"/>
              </a:spcBef>
              <a:spcAft>
                <a:spcPts val="0"/>
              </a:spcAft>
              <a:buClr>
                <a:schemeClr val="dk1"/>
              </a:buClr>
              <a:buSzPts val="1000"/>
              <a:buNone/>
              <a:defRPr sz="1000"/>
            </a:lvl7pPr>
            <a:lvl8pPr indent="-228600" lvl="7" marL="3657600" rtl="0" algn="l">
              <a:lnSpc>
                <a:spcPct val="90000"/>
              </a:lnSpc>
              <a:spcBef>
                <a:spcPts val="500"/>
              </a:spcBef>
              <a:spcAft>
                <a:spcPts val="0"/>
              </a:spcAft>
              <a:buClr>
                <a:schemeClr val="dk1"/>
              </a:buClr>
              <a:buSzPts val="1000"/>
              <a:buNone/>
              <a:defRPr sz="1000"/>
            </a:lvl8pPr>
            <a:lvl9pPr indent="-228600" lvl="8" marL="4114800" rtl="0" algn="l">
              <a:lnSpc>
                <a:spcPct val="90000"/>
              </a:lnSpc>
              <a:spcBef>
                <a:spcPts val="500"/>
              </a:spcBef>
              <a:spcAft>
                <a:spcPts val="0"/>
              </a:spcAft>
              <a:buClr>
                <a:schemeClr val="dk1"/>
              </a:buClr>
              <a:buSzPts val="1000"/>
              <a:buNone/>
              <a:defRPr sz="1000"/>
            </a:lvl9pPr>
          </a:lstStyle>
          <a:p/>
        </p:txBody>
      </p:sp>
      <p:sp>
        <p:nvSpPr>
          <p:cNvPr id="50" name="Google Shape;50;g19c7c681167_0_187"/>
          <p:cNvSpPr txBox="1"/>
          <p:nvPr>
            <p:ph idx="10" type="dt"/>
          </p:nvPr>
        </p:nvSpPr>
        <p:spPr>
          <a:xfrm>
            <a:off x="381000" y="5811839"/>
            <a:ext cx="27432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51" name="Google Shape;51;g19c7c681167_0_187"/>
          <p:cNvSpPr txBox="1"/>
          <p:nvPr>
            <p:ph idx="11" type="ftr"/>
          </p:nvPr>
        </p:nvSpPr>
        <p:spPr>
          <a:xfrm>
            <a:off x="3126154" y="5811839"/>
            <a:ext cx="5941500" cy="365100"/>
          </a:xfrm>
          <a:prstGeom prst="rect">
            <a:avLst/>
          </a:prstGeom>
          <a:noFill/>
          <a:ln>
            <a:noFill/>
          </a:ln>
        </p:spPr>
        <p:txBody>
          <a:bodyPr anchorCtr="0" anchor="ctr"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52" name="Google Shape;52;g19c7c681167_0_187"/>
          <p:cNvSpPr txBox="1"/>
          <p:nvPr>
            <p:ph idx="12" type="sldNum"/>
          </p:nvPr>
        </p:nvSpPr>
        <p:spPr>
          <a:xfrm>
            <a:off x="9067800" y="5811839"/>
            <a:ext cx="2743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_WITH_CAPTION_TEXT" type="picTx">
  <p:cSld name="PICTURE_WITH_CAPTION_TEXT">
    <p:spTree>
      <p:nvGrpSpPr>
        <p:cNvPr id="53" name="Shape 53"/>
        <p:cNvGrpSpPr/>
        <p:nvPr/>
      </p:nvGrpSpPr>
      <p:grpSpPr>
        <a:xfrm>
          <a:off x="0" y="0"/>
          <a:ext cx="0" cy="0"/>
          <a:chOff x="0" y="0"/>
          <a:chExt cx="0" cy="0"/>
        </a:xfrm>
      </p:grpSpPr>
      <p:sp>
        <p:nvSpPr>
          <p:cNvPr id="54" name="Google Shape;54;g19c7c681167_0_194"/>
          <p:cNvSpPr txBox="1"/>
          <p:nvPr>
            <p:ph type="title"/>
          </p:nvPr>
        </p:nvSpPr>
        <p:spPr>
          <a:xfrm>
            <a:off x="381001" y="457200"/>
            <a:ext cx="3932700" cy="1600200"/>
          </a:xfrm>
          <a:prstGeom prst="rect">
            <a:avLst/>
          </a:prstGeom>
          <a:noFill/>
          <a:ln>
            <a:noFill/>
          </a:ln>
        </p:spPr>
        <p:txBody>
          <a:bodyPr anchorCtr="0" anchor="b" bIns="45700" lIns="91425" spcFirstLastPara="1" rIns="91425" wrap="square" tIns="45700">
            <a:normAutofit/>
          </a:bodyPr>
          <a:lstStyle>
            <a:lvl1pPr lvl="0" rtl="0" algn="l">
              <a:lnSpc>
                <a:spcPct val="90000"/>
              </a:lnSpc>
              <a:spcBef>
                <a:spcPts val="0"/>
              </a:spcBef>
              <a:spcAft>
                <a:spcPts val="0"/>
              </a:spcAft>
              <a:buClr>
                <a:srgbClr val="A7934B"/>
              </a:buClr>
              <a:buSzPts val="3200"/>
              <a:buFont typeface="Roboto"/>
              <a:buNone/>
              <a:defRPr sz="3200"/>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55" name="Google Shape;55;g19c7c681167_0_194"/>
          <p:cNvSpPr/>
          <p:nvPr>
            <p:ph idx="2" type="pic"/>
          </p:nvPr>
        </p:nvSpPr>
        <p:spPr>
          <a:xfrm>
            <a:off x="4313768" y="457201"/>
            <a:ext cx="7497300" cy="5403900"/>
          </a:xfrm>
          <a:prstGeom prst="rect">
            <a:avLst/>
          </a:prstGeom>
          <a:noFill/>
          <a:ln>
            <a:noFill/>
          </a:ln>
        </p:spPr>
      </p:sp>
      <p:sp>
        <p:nvSpPr>
          <p:cNvPr id="56" name="Google Shape;56;g19c7c681167_0_194"/>
          <p:cNvSpPr txBox="1"/>
          <p:nvPr>
            <p:ph idx="1" type="body"/>
          </p:nvPr>
        </p:nvSpPr>
        <p:spPr>
          <a:xfrm>
            <a:off x="381001" y="2274849"/>
            <a:ext cx="3932700" cy="3594000"/>
          </a:xfrm>
          <a:prstGeom prst="rect">
            <a:avLst/>
          </a:prstGeom>
          <a:noFill/>
          <a:ln>
            <a:noFill/>
          </a:ln>
        </p:spPr>
        <p:txBody>
          <a:bodyPr anchorCtr="0" anchor="t" bIns="45700" lIns="91425" spcFirstLastPara="1" rIns="91425" wrap="square" tIns="45700">
            <a:normAutofit/>
          </a:bodyPr>
          <a:lstStyle>
            <a:lvl1pPr indent="-228600" lvl="0" marL="457200" rtl="0" algn="l">
              <a:lnSpc>
                <a:spcPct val="90000"/>
              </a:lnSpc>
              <a:spcBef>
                <a:spcPts val="1000"/>
              </a:spcBef>
              <a:spcAft>
                <a:spcPts val="0"/>
              </a:spcAft>
              <a:buClr>
                <a:schemeClr val="dk1"/>
              </a:buClr>
              <a:buSzPts val="1600"/>
              <a:buNone/>
              <a:defRPr sz="1600"/>
            </a:lvl1pPr>
            <a:lvl2pPr indent="-228600" lvl="1" marL="914400" rtl="0" algn="l">
              <a:lnSpc>
                <a:spcPct val="90000"/>
              </a:lnSpc>
              <a:spcBef>
                <a:spcPts val="500"/>
              </a:spcBef>
              <a:spcAft>
                <a:spcPts val="0"/>
              </a:spcAft>
              <a:buClr>
                <a:schemeClr val="dk1"/>
              </a:buClr>
              <a:buSzPts val="1400"/>
              <a:buNone/>
              <a:defRPr sz="1400"/>
            </a:lvl2pPr>
            <a:lvl3pPr indent="-228600" lvl="2" marL="1371600" rtl="0" algn="l">
              <a:lnSpc>
                <a:spcPct val="90000"/>
              </a:lnSpc>
              <a:spcBef>
                <a:spcPts val="500"/>
              </a:spcBef>
              <a:spcAft>
                <a:spcPts val="0"/>
              </a:spcAft>
              <a:buClr>
                <a:schemeClr val="dk1"/>
              </a:buClr>
              <a:buSzPts val="1200"/>
              <a:buNone/>
              <a:defRPr sz="1200"/>
            </a:lvl3pPr>
            <a:lvl4pPr indent="-228600" lvl="3" marL="1828800" rtl="0" algn="l">
              <a:lnSpc>
                <a:spcPct val="90000"/>
              </a:lnSpc>
              <a:spcBef>
                <a:spcPts val="500"/>
              </a:spcBef>
              <a:spcAft>
                <a:spcPts val="0"/>
              </a:spcAft>
              <a:buClr>
                <a:schemeClr val="dk1"/>
              </a:buClr>
              <a:buSzPts val="1000"/>
              <a:buNone/>
              <a:defRPr sz="1000"/>
            </a:lvl4pPr>
            <a:lvl5pPr indent="-228600" lvl="4" marL="2286000" rtl="0" algn="l">
              <a:lnSpc>
                <a:spcPct val="90000"/>
              </a:lnSpc>
              <a:spcBef>
                <a:spcPts val="500"/>
              </a:spcBef>
              <a:spcAft>
                <a:spcPts val="0"/>
              </a:spcAft>
              <a:buClr>
                <a:schemeClr val="dk1"/>
              </a:buClr>
              <a:buSzPts val="1000"/>
              <a:buNone/>
              <a:defRPr sz="1000"/>
            </a:lvl5pPr>
            <a:lvl6pPr indent="-228600" lvl="5" marL="2743200" rtl="0" algn="l">
              <a:lnSpc>
                <a:spcPct val="90000"/>
              </a:lnSpc>
              <a:spcBef>
                <a:spcPts val="500"/>
              </a:spcBef>
              <a:spcAft>
                <a:spcPts val="0"/>
              </a:spcAft>
              <a:buClr>
                <a:schemeClr val="dk1"/>
              </a:buClr>
              <a:buSzPts val="1000"/>
              <a:buNone/>
              <a:defRPr sz="1000"/>
            </a:lvl6pPr>
            <a:lvl7pPr indent="-228600" lvl="6" marL="3200400" rtl="0" algn="l">
              <a:lnSpc>
                <a:spcPct val="90000"/>
              </a:lnSpc>
              <a:spcBef>
                <a:spcPts val="500"/>
              </a:spcBef>
              <a:spcAft>
                <a:spcPts val="0"/>
              </a:spcAft>
              <a:buClr>
                <a:schemeClr val="dk1"/>
              </a:buClr>
              <a:buSzPts val="1000"/>
              <a:buNone/>
              <a:defRPr sz="1000"/>
            </a:lvl7pPr>
            <a:lvl8pPr indent="-228600" lvl="7" marL="3657600" rtl="0" algn="l">
              <a:lnSpc>
                <a:spcPct val="90000"/>
              </a:lnSpc>
              <a:spcBef>
                <a:spcPts val="500"/>
              </a:spcBef>
              <a:spcAft>
                <a:spcPts val="0"/>
              </a:spcAft>
              <a:buClr>
                <a:schemeClr val="dk1"/>
              </a:buClr>
              <a:buSzPts val="1000"/>
              <a:buNone/>
              <a:defRPr sz="1000"/>
            </a:lvl8pPr>
            <a:lvl9pPr indent="-228600" lvl="8" marL="4114800" rtl="0" algn="l">
              <a:lnSpc>
                <a:spcPct val="90000"/>
              </a:lnSpc>
              <a:spcBef>
                <a:spcPts val="500"/>
              </a:spcBef>
              <a:spcAft>
                <a:spcPts val="0"/>
              </a:spcAft>
              <a:buClr>
                <a:schemeClr val="dk1"/>
              </a:buClr>
              <a:buSzPts val="1000"/>
              <a:buNone/>
              <a:defRPr sz="1000"/>
            </a:lvl9pPr>
          </a:lstStyle>
          <a:p/>
        </p:txBody>
      </p:sp>
      <p:sp>
        <p:nvSpPr>
          <p:cNvPr id="57" name="Google Shape;57;g19c7c681167_0_194"/>
          <p:cNvSpPr txBox="1"/>
          <p:nvPr>
            <p:ph idx="10" type="dt"/>
          </p:nvPr>
        </p:nvSpPr>
        <p:spPr>
          <a:xfrm>
            <a:off x="381000" y="5811839"/>
            <a:ext cx="27432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58" name="Google Shape;58;g19c7c681167_0_194"/>
          <p:cNvSpPr txBox="1"/>
          <p:nvPr>
            <p:ph idx="11" type="ftr"/>
          </p:nvPr>
        </p:nvSpPr>
        <p:spPr>
          <a:xfrm>
            <a:off x="3126154" y="5811839"/>
            <a:ext cx="5941500" cy="365100"/>
          </a:xfrm>
          <a:prstGeom prst="rect">
            <a:avLst/>
          </a:prstGeom>
          <a:noFill/>
          <a:ln>
            <a:noFill/>
          </a:ln>
        </p:spPr>
        <p:txBody>
          <a:bodyPr anchorCtr="0" anchor="ctr"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59" name="Google Shape;59;g19c7c681167_0_194"/>
          <p:cNvSpPr txBox="1"/>
          <p:nvPr>
            <p:ph idx="12" type="sldNum"/>
          </p:nvPr>
        </p:nvSpPr>
        <p:spPr>
          <a:xfrm>
            <a:off x="9067800" y="5811839"/>
            <a:ext cx="2743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_TEXT" type="vertTx">
  <p:cSld name="VERTICAL_TEXT">
    <p:spTree>
      <p:nvGrpSpPr>
        <p:cNvPr id="60" name="Shape 60"/>
        <p:cNvGrpSpPr/>
        <p:nvPr/>
      </p:nvGrpSpPr>
      <p:grpSpPr>
        <a:xfrm>
          <a:off x="0" y="0"/>
          <a:ext cx="0" cy="0"/>
          <a:chOff x="0" y="0"/>
          <a:chExt cx="0" cy="0"/>
        </a:xfrm>
      </p:grpSpPr>
      <p:sp>
        <p:nvSpPr>
          <p:cNvPr id="61" name="Google Shape;61;g19c7c681167_0_201"/>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rgbClr val="A7934B"/>
              </a:buClr>
              <a:buSzPts val="18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62" name="Google Shape;62;g19c7c681167_0_201"/>
          <p:cNvSpPr txBox="1"/>
          <p:nvPr>
            <p:ph idx="1" type="body"/>
          </p:nvPr>
        </p:nvSpPr>
        <p:spPr>
          <a:xfrm rot="5400000">
            <a:off x="3797851" y="-2201365"/>
            <a:ext cx="4596300" cy="11430000"/>
          </a:xfrm>
          <a:prstGeom prst="rect">
            <a:avLst/>
          </a:prstGeom>
          <a:noFill/>
          <a:ln>
            <a:noFill/>
          </a:ln>
        </p:spPr>
        <p:txBody>
          <a:bodyPr anchorCtr="0" anchor="t" bIns="45700" lIns="91425" spcFirstLastPara="1" rIns="91425" wrap="square" tIns="45700">
            <a:normAutofit/>
          </a:bodyPr>
          <a:lstStyle>
            <a:lvl1pPr indent="-342900" lvl="0" marL="457200" rtl="0" algn="l">
              <a:lnSpc>
                <a:spcPct val="90000"/>
              </a:lnSpc>
              <a:spcBef>
                <a:spcPts val="1000"/>
              </a:spcBef>
              <a:spcAft>
                <a:spcPts val="0"/>
              </a:spcAft>
              <a:buClr>
                <a:schemeClr val="dk1"/>
              </a:buClr>
              <a:buSzPts val="1800"/>
              <a:buChar char="•"/>
              <a:defRPr/>
            </a:lvl1pPr>
            <a:lvl2pPr indent="-342900" lvl="1" marL="914400" rtl="0" algn="l">
              <a:lnSpc>
                <a:spcPct val="90000"/>
              </a:lnSpc>
              <a:spcBef>
                <a:spcPts val="500"/>
              </a:spcBef>
              <a:spcAft>
                <a:spcPts val="0"/>
              </a:spcAft>
              <a:buClr>
                <a:schemeClr val="dk1"/>
              </a:buClr>
              <a:buSzPts val="1800"/>
              <a:buChar char="•"/>
              <a:defRPr/>
            </a:lvl2pPr>
            <a:lvl3pPr indent="-342900" lvl="2" marL="1371600" rtl="0" algn="l">
              <a:lnSpc>
                <a:spcPct val="90000"/>
              </a:lnSpc>
              <a:spcBef>
                <a:spcPts val="500"/>
              </a:spcBef>
              <a:spcAft>
                <a:spcPts val="0"/>
              </a:spcAft>
              <a:buClr>
                <a:schemeClr val="dk1"/>
              </a:buClr>
              <a:buSzPts val="1800"/>
              <a:buChar char="•"/>
              <a:defRPr/>
            </a:lvl3pPr>
            <a:lvl4pPr indent="-342900" lvl="3" marL="1828800" rtl="0" algn="l">
              <a:lnSpc>
                <a:spcPct val="90000"/>
              </a:lnSpc>
              <a:spcBef>
                <a:spcPts val="500"/>
              </a:spcBef>
              <a:spcAft>
                <a:spcPts val="0"/>
              </a:spcAft>
              <a:buClr>
                <a:schemeClr val="dk1"/>
              </a:buClr>
              <a:buSzPts val="1800"/>
              <a:buChar char="•"/>
              <a:defRPr/>
            </a:lvl4pPr>
            <a:lvl5pPr indent="-342900" lvl="4" marL="2286000" rtl="0" algn="l">
              <a:lnSpc>
                <a:spcPct val="90000"/>
              </a:lnSpc>
              <a:spcBef>
                <a:spcPts val="500"/>
              </a:spcBef>
              <a:spcAft>
                <a:spcPts val="0"/>
              </a:spcAft>
              <a:buClr>
                <a:schemeClr val="dk1"/>
              </a:buClr>
              <a:buSzPts val="1800"/>
              <a:buChar char="•"/>
              <a:defRPr/>
            </a:lvl5pPr>
            <a:lvl6pPr indent="-342900" lvl="5" marL="2743200" rtl="0" algn="l">
              <a:lnSpc>
                <a:spcPct val="90000"/>
              </a:lnSpc>
              <a:spcBef>
                <a:spcPts val="500"/>
              </a:spcBef>
              <a:spcAft>
                <a:spcPts val="0"/>
              </a:spcAft>
              <a:buClr>
                <a:schemeClr val="dk1"/>
              </a:buClr>
              <a:buSzPts val="1800"/>
              <a:buChar char="•"/>
              <a:defRPr/>
            </a:lvl6pPr>
            <a:lvl7pPr indent="-342900" lvl="6" marL="3200400" rtl="0" algn="l">
              <a:lnSpc>
                <a:spcPct val="90000"/>
              </a:lnSpc>
              <a:spcBef>
                <a:spcPts val="500"/>
              </a:spcBef>
              <a:spcAft>
                <a:spcPts val="0"/>
              </a:spcAft>
              <a:buClr>
                <a:schemeClr val="dk1"/>
              </a:buClr>
              <a:buSzPts val="1800"/>
              <a:buChar char="•"/>
              <a:defRPr/>
            </a:lvl7pPr>
            <a:lvl8pPr indent="-342900" lvl="7" marL="3657600" rtl="0" algn="l">
              <a:lnSpc>
                <a:spcPct val="90000"/>
              </a:lnSpc>
              <a:spcBef>
                <a:spcPts val="500"/>
              </a:spcBef>
              <a:spcAft>
                <a:spcPts val="0"/>
              </a:spcAft>
              <a:buClr>
                <a:schemeClr val="dk1"/>
              </a:buClr>
              <a:buSzPts val="1800"/>
              <a:buChar char="•"/>
              <a:defRPr/>
            </a:lvl8pPr>
            <a:lvl9pPr indent="-342900" lvl="8" marL="4114800" rtl="0" algn="l">
              <a:lnSpc>
                <a:spcPct val="90000"/>
              </a:lnSpc>
              <a:spcBef>
                <a:spcPts val="500"/>
              </a:spcBef>
              <a:spcAft>
                <a:spcPts val="0"/>
              </a:spcAft>
              <a:buClr>
                <a:schemeClr val="dk1"/>
              </a:buClr>
              <a:buSzPts val="1800"/>
              <a:buChar char="•"/>
              <a:defRPr/>
            </a:lvl9pPr>
          </a:lstStyle>
          <a:p/>
        </p:txBody>
      </p:sp>
      <p:sp>
        <p:nvSpPr>
          <p:cNvPr id="63" name="Google Shape;63;g19c7c681167_0_201"/>
          <p:cNvSpPr txBox="1"/>
          <p:nvPr>
            <p:ph idx="10" type="dt"/>
          </p:nvPr>
        </p:nvSpPr>
        <p:spPr>
          <a:xfrm>
            <a:off x="381000" y="5811839"/>
            <a:ext cx="27432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64" name="Google Shape;64;g19c7c681167_0_201"/>
          <p:cNvSpPr txBox="1"/>
          <p:nvPr>
            <p:ph idx="11" type="ftr"/>
          </p:nvPr>
        </p:nvSpPr>
        <p:spPr>
          <a:xfrm>
            <a:off x="3126154" y="5811839"/>
            <a:ext cx="5941500" cy="365100"/>
          </a:xfrm>
          <a:prstGeom prst="rect">
            <a:avLst/>
          </a:prstGeom>
          <a:noFill/>
          <a:ln>
            <a:noFill/>
          </a:ln>
        </p:spPr>
        <p:txBody>
          <a:bodyPr anchorCtr="0" anchor="ctr"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65" name="Google Shape;65;g19c7c681167_0_201"/>
          <p:cNvSpPr txBox="1"/>
          <p:nvPr>
            <p:ph idx="12" type="sldNum"/>
          </p:nvPr>
        </p:nvSpPr>
        <p:spPr>
          <a:xfrm>
            <a:off x="9067800" y="5811839"/>
            <a:ext cx="2743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_TITLE_AND_VERTICAL_TEXT" type="vertTitleAndTx">
  <p:cSld name="VERTICAL_TITLE_AND_VERTICAL_TEXT">
    <p:spTree>
      <p:nvGrpSpPr>
        <p:cNvPr id="66" name="Shape 66"/>
        <p:cNvGrpSpPr/>
        <p:nvPr/>
      </p:nvGrpSpPr>
      <p:grpSpPr>
        <a:xfrm>
          <a:off x="0" y="0"/>
          <a:ext cx="0" cy="0"/>
          <a:chOff x="0" y="0"/>
          <a:chExt cx="0" cy="0"/>
        </a:xfrm>
      </p:grpSpPr>
      <p:sp>
        <p:nvSpPr>
          <p:cNvPr id="67" name="Google Shape;67;g19c7c681167_0_207"/>
          <p:cNvSpPr txBox="1"/>
          <p:nvPr>
            <p:ph type="title"/>
          </p:nvPr>
        </p:nvSpPr>
        <p:spPr>
          <a:xfrm rot="5400000">
            <a:off x="7590601" y="1956625"/>
            <a:ext cx="5811900" cy="26289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rgbClr val="A7934B"/>
              </a:buClr>
              <a:buSzPts val="18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68" name="Google Shape;68;g19c7c681167_0_207"/>
          <p:cNvSpPr txBox="1"/>
          <p:nvPr>
            <p:ph idx="1" type="body"/>
          </p:nvPr>
        </p:nvSpPr>
        <p:spPr>
          <a:xfrm rot="5400000">
            <a:off x="1875601" y="-1129475"/>
            <a:ext cx="5811900" cy="8801100"/>
          </a:xfrm>
          <a:prstGeom prst="rect">
            <a:avLst/>
          </a:prstGeom>
          <a:noFill/>
          <a:ln>
            <a:noFill/>
          </a:ln>
        </p:spPr>
        <p:txBody>
          <a:bodyPr anchorCtr="0" anchor="t" bIns="45700" lIns="91425" spcFirstLastPara="1" rIns="91425" wrap="square" tIns="45700">
            <a:normAutofit/>
          </a:bodyPr>
          <a:lstStyle>
            <a:lvl1pPr indent="-342900" lvl="0" marL="457200" rtl="0" algn="l">
              <a:lnSpc>
                <a:spcPct val="90000"/>
              </a:lnSpc>
              <a:spcBef>
                <a:spcPts val="1000"/>
              </a:spcBef>
              <a:spcAft>
                <a:spcPts val="0"/>
              </a:spcAft>
              <a:buClr>
                <a:schemeClr val="dk1"/>
              </a:buClr>
              <a:buSzPts val="1800"/>
              <a:buChar char="•"/>
              <a:defRPr/>
            </a:lvl1pPr>
            <a:lvl2pPr indent="-342900" lvl="1" marL="914400" rtl="0" algn="l">
              <a:lnSpc>
                <a:spcPct val="90000"/>
              </a:lnSpc>
              <a:spcBef>
                <a:spcPts val="500"/>
              </a:spcBef>
              <a:spcAft>
                <a:spcPts val="0"/>
              </a:spcAft>
              <a:buClr>
                <a:schemeClr val="dk1"/>
              </a:buClr>
              <a:buSzPts val="1800"/>
              <a:buChar char="•"/>
              <a:defRPr/>
            </a:lvl2pPr>
            <a:lvl3pPr indent="-342900" lvl="2" marL="1371600" rtl="0" algn="l">
              <a:lnSpc>
                <a:spcPct val="90000"/>
              </a:lnSpc>
              <a:spcBef>
                <a:spcPts val="500"/>
              </a:spcBef>
              <a:spcAft>
                <a:spcPts val="0"/>
              </a:spcAft>
              <a:buClr>
                <a:schemeClr val="dk1"/>
              </a:buClr>
              <a:buSzPts val="1800"/>
              <a:buChar char="•"/>
              <a:defRPr/>
            </a:lvl3pPr>
            <a:lvl4pPr indent="-342900" lvl="3" marL="1828800" rtl="0" algn="l">
              <a:lnSpc>
                <a:spcPct val="90000"/>
              </a:lnSpc>
              <a:spcBef>
                <a:spcPts val="500"/>
              </a:spcBef>
              <a:spcAft>
                <a:spcPts val="0"/>
              </a:spcAft>
              <a:buClr>
                <a:schemeClr val="dk1"/>
              </a:buClr>
              <a:buSzPts val="1800"/>
              <a:buChar char="•"/>
              <a:defRPr/>
            </a:lvl4pPr>
            <a:lvl5pPr indent="-342900" lvl="4" marL="2286000" rtl="0" algn="l">
              <a:lnSpc>
                <a:spcPct val="90000"/>
              </a:lnSpc>
              <a:spcBef>
                <a:spcPts val="500"/>
              </a:spcBef>
              <a:spcAft>
                <a:spcPts val="0"/>
              </a:spcAft>
              <a:buClr>
                <a:schemeClr val="dk1"/>
              </a:buClr>
              <a:buSzPts val="1800"/>
              <a:buChar char="•"/>
              <a:defRPr/>
            </a:lvl5pPr>
            <a:lvl6pPr indent="-342900" lvl="5" marL="2743200" rtl="0" algn="l">
              <a:lnSpc>
                <a:spcPct val="90000"/>
              </a:lnSpc>
              <a:spcBef>
                <a:spcPts val="500"/>
              </a:spcBef>
              <a:spcAft>
                <a:spcPts val="0"/>
              </a:spcAft>
              <a:buClr>
                <a:schemeClr val="dk1"/>
              </a:buClr>
              <a:buSzPts val="1800"/>
              <a:buChar char="•"/>
              <a:defRPr/>
            </a:lvl6pPr>
            <a:lvl7pPr indent="-342900" lvl="6" marL="3200400" rtl="0" algn="l">
              <a:lnSpc>
                <a:spcPct val="90000"/>
              </a:lnSpc>
              <a:spcBef>
                <a:spcPts val="500"/>
              </a:spcBef>
              <a:spcAft>
                <a:spcPts val="0"/>
              </a:spcAft>
              <a:buClr>
                <a:schemeClr val="dk1"/>
              </a:buClr>
              <a:buSzPts val="1800"/>
              <a:buChar char="•"/>
              <a:defRPr/>
            </a:lvl7pPr>
            <a:lvl8pPr indent="-342900" lvl="7" marL="3657600" rtl="0" algn="l">
              <a:lnSpc>
                <a:spcPct val="90000"/>
              </a:lnSpc>
              <a:spcBef>
                <a:spcPts val="500"/>
              </a:spcBef>
              <a:spcAft>
                <a:spcPts val="0"/>
              </a:spcAft>
              <a:buClr>
                <a:schemeClr val="dk1"/>
              </a:buClr>
              <a:buSzPts val="1800"/>
              <a:buChar char="•"/>
              <a:defRPr/>
            </a:lvl8pPr>
            <a:lvl9pPr indent="-342900" lvl="8" marL="4114800" rtl="0" algn="l">
              <a:lnSpc>
                <a:spcPct val="90000"/>
              </a:lnSpc>
              <a:spcBef>
                <a:spcPts val="500"/>
              </a:spcBef>
              <a:spcAft>
                <a:spcPts val="0"/>
              </a:spcAft>
              <a:buClr>
                <a:schemeClr val="dk1"/>
              </a:buClr>
              <a:buSzPts val="1800"/>
              <a:buChar char="•"/>
              <a:defRPr/>
            </a:lvl9pPr>
          </a:lstStyle>
          <a:p/>
        </p:txBody>
      </p:sp>
      <p:sp>
        <p:nvSpPr>
          <p:cNvPr id="69" name="Google Shape;69;g19c7c681167_0_207"/>
          <p:cNvSpPr txBox="1"/>
          <p:nvPr>
            <p:ph idx="10" type="dt"/>
          </p:nvPr>
        </p:nvSpPr>
        <p:spPr>
          <a:xfrm>
            <a:off x="381000" y="5811839"/>
            <a:ext cx="27432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70" name="Google Shape;70;g19c7c681167_0_207"/>
          <p:cNvSpPr txBox="1"/>
          <p:nvPr>
            <p:ph idx="11" type="ftr"/>
          </p:nvPr>
        </p:nvSpPr>
        <p:spPr>
          <a:xfrm>
            <a:off x="3126154" y="5811839"/>
            <a:ext cx="5941500" cy="365100"/>
          </a:xfrm>
          <a:prstGeom prst="rect">
            <a:avLst/>
          </a:prstGeom>
          <a:noFill/>
          <a:ln>
            <a:noFill/>
          </a:ln>
        </p:spPr>
        <p:txBody>
          <a:bodyPr anchorCtr="0" anchor="ctr"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71" name="Google Shape;71;g19c7c681167_0_207"/>
          <p:cNvSpPr txBox="1"/>
          <p:nvPr>
            <p:ph idx="12" type="sldNum"/>
          </p:nvPr>
        </p:nvSpPr>
        <p:spPr>
          <a:xfrm>
            <a:off x="9067800" y="5811839"/>
            <a:ext cx="2743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7.jpg"/><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2.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g19c7c681167_0_150"/>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A7934B"/>
              </a:buClr>
              <a:buSzPts val="3600"/>
              <a:buFont typeface="Roboto"/>
              <a:buNone/>
              <a:defRPr b="1" i="0" sz="3600" u="none" cap="none" strike="noStrike">
                <a:solidFill>
                  <a:srgbClr val="A7934B"/>
                </a:solidFill>
                <a:latin typeface="Roboto"/>
                <a:ea typeface="Roboto"/>
                <a:cs typeface="Roboto"/>
                <a:sym typeface="Robo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g19c7c681167_0_150"/>
          <p:cNvSpPr txBox="1"/>
          <p:nvPr>
            <p:ph idx="1" type="body"/>
          </p:nvPr>
        </p:nvSpPr>
        <p:spPr>
          <a:xfrm>
            <a:off x="381000" y="1215484"/>
            <a:ext cx="11430000" cy="4596300"/>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Roboto"/>
                <a:ea typeface="Roboto"/>
                <a:cs typeface="Roboto"/>
                <a:sym typeface="Robo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Roboto"/>
                <a:ea typeface="Roboto"/>
                <a:cs typeface="Roboto"/>
                <a:sym typeface="Robo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Roboto"/>
                <a:ea typeface="Roboto"/>
                <a:cs typeface="Roboto"/>
                <a:sym typeface="Robo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Roboto"/>
                <a:ea typeface="Roboto"/>
                <a:cs typeface="Roboto"/>
                <a:sym typeface="Robo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Roboto"/>
                <a:ea typeface="Roboto"/>
                <a:cs typeface="Roboto"/>
                <a:sym typeface="Robo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g19c7c681167_0_150"/>
          <p:cNvSpPr txBox="1"/>
          <p:nvPr>
            <p:ph idx="10" type="dt"/>
          </p:nvPr>
        </p:nvSpPr>
        <p:spPr>
          <a:xfrm>
            <a:off x="381000" y="5811839"/>
            <a:ext cx="27432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g19c7c681167_0_150"/>
          <p:cNvSpPr txBox="1"/>
          <p:nvPr>
            <p:ph idx="11" type="ftr"/>
          </p:nvPr>
        </p:nvSpPr>
        <p:spPr>
          <a:xfrm>
            <a:off x="3126154" y="5811839"/>
            <a:ext cx="59415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g19c7c681167_0_150"/>
          <p:cNvSpPr txBox="1"/>
          <p:nvPr>
            <p:ph idx="12" type="sldNum"/>
          </p:nvPr>
        </p:nvSpPr>
        <p:spPr>
          <a:xfrm>
            <a:off x="9067800" y="5811839"/>
            <a:ext cx="2743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2.png"/><Relationship Id="rId4" Type="http://schemas.openxmlformats.org/officeDocument/2006/relationships/image" Target="../media/image2.jpg"/><Relationship Id="rId9" Type="http://schemas.openxmlformats.org/officeDocument/2006/relationships/image" Target="../media/image19.png"/><Relationship Id="rId5" Type="http://schemas.openxmlformats.org/officeDocument/2006/relationships/image" Target="../media/image10.png"/><Relationship Id="rId6" Type="http://schemas.openxmlformats.org/officeDocument/2006/relationships/image" Target="../media/image5.png"/><Relationship Id="rId7" Type="http://schemas.openxmlformats.org/officeDocument/2006/relationships/image" Target="../media/image15.jpg"/><Relationship Id="rId8" Type="http://schemas.openxmlformats.org/officeDocument/2006/relationships/image" Target="../media/image1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11.png"/><Relationship Id="rId5" Type="http://schemas.openxmlformats.org/officeDocument/2006/relationships/image" Target="../media/image6.png"/><Relationship Id="rId6"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7.png"/><Relationship Id="rId4" Type="http://schemas.openxmlformats.org/officeDocument/2006/relationships/image" Target="../media/image13.png"/><Relationship Id="rId5"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6.png"/><Relationship Id="rId4" Type="http://schemas.openxmlformats.org/officeDocument/2006/relationships/image" Target="../media/image29.png"/><Relationship Id="rId5" Type="http://schemas.openxmlformats.org/officeDocument/2006/relationships/image" Target="../media/image34.png"/><Relationship Id="rId6" Type="http://schemas.openxmlformats.org/officeDocument/2006/relationships/image" Target="../media/image2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7.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6.png"/><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38.png"/><Relationship Id="rId4" Type="http://schemas.openxmlformats.org/officeDocument/2006/relationships/image" Target="../media/image22.png"/><Relationship Id="rId5" Type="http://schemas.openxmlformats.org/officeDocument/2006/relationships/image" Target="../media/image20.png"/><Relationship Id="rId6" Type="http://schemas.openxmlformats.org/officeDocument/2006/relationships/image" Target="../media/image18.png"/><Relationship Id="rId7" Type="http://schemas.openxmlformats.org/officeDocument/2006/relationships/image" Target="../media/image35.png"/><Relationship Id="rId8" Type="http://schemas.openxmlformats.org/officeDocument/2006/relationships/image" Target="../media/image2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9.png"/><Relationship Id="rId4" Type="http://schemas.openxmlformats.org/officeDocument/2006/relationships/image" Target="../media/image22.png"/><Relationship Id="rId5" Type="http://schemas.openxmlformats.org/officeDocument/2006/relationships/image" Target="../media/image20.png"/><Relationship Id="rId6" Type="http://schemas.openxmlformats.org/officeDocument/2006/relationships/image" Target="../media/image31.png"/><Relationship Id="rId7" Type="http://schemas.openxmlformats.org/officeDocument/2006/relationships/image" Target="../media/image18.png"/><Relationship Id="rId8" Type="http://schemas.openxmlformats.org/officeDocument/2006/relationships/image" Target="../media/image3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40.png"/><Relationship Id="rId4" Type="http://schemas.openxmlformats.org/officeDocument/2006/relationships/image" Target="../media/image22.png"/><Relationship Id="rId5" Type="http://schemas.openxmlformats.org/officeDocument/2006/relationships/image" Target="../media/image20.png"/><Relationship Id="rId6" Type="http://schemas.openxmlformats.org/officeDocument/2006/relationships/image" Target="../media/image18.png"/><Relationship Id="rId7" Type="http://schemas.openxmlformats.org/officeDocument/2006/relationships/image" Target="../media/image35.png"/><Relationship Id="rId8" Type="http://schemas.openxmlformats.org/officeDocument/2006/relationships/image" Target="../media/image3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41.png"/><Relationship Id="rId4" Type="http://schemas.openxmlformats.org/officeDocument/2006/relationships/image" Target="../media/image22.png"/><Relationship Id="rId5" Type="http://schemas.openxmlformats.org/officeDocument/2006/relationships/image" Target="../media/image20.png"/><Relationship Id="rId6" Type="http://schemas.openxmlformats.org/officeDocument/2006/relationships/image" Target="../media/image18.png"/><Relationship Id="rId7" Type="http://schemas.openxmlformats.org/officeDocument/2006/relationships/image" Target="../media/image35.png"/><Relationship Id="rId8" Type="http://schemas.openxmlformats.org/officeDocument/2006/relationships/image" Target="../media/image3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3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hyperlink" Target="https://doi.org/10.1016/j.asej.2014.04.011"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5" name="Shape 75"/>
        <p:cNvGrpSpPr/>
        <p:nvPr/>
      </p:nvGrpSpPr>
      <p:grpSpPr>
        <a:xfrm>
          <a:off x="0" y="0"/>
          <a:ext cx="0" cy="0"/>
          <a:chOff x="0" y="0"/>
          <a:chExt cx="0" cy="0"/>
        </a:xfrm>
      </p:grpSpPr>
      <p:sp>
        <p:nvSpPr>
          <p:cNvPr id="76" name="Google Shape;76;p1"/>
          <p:cNvSpPr txBox="1"/>
          <p:nvPr>
            <p:ph idx="1" type="subTitle"/>
          </p:nvPr>
        </p:nvSpPr>
        <p:spPr>
          <a:xfrm>
            <a:off x="4024461" y="3793068"/>
            <a:ext cx="6795913" cy="1684868"/>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Clr>
                <a:srgbClr val="7F7F7F"/>
              </a:buClr>
              <a:buSzPts val="3000"/>
              <a:buNone/>
            </a:pPr>
            <a:r>
              <a:rPr lang="en-US"/>
              <a:t>Discussion Forum Subteam</a:t>
            </a:r>
            <a:endParaRPr/>
          </a:p>
          <a:p>
            <a:pPr indent="0" lvl="0" marL="0" rtl="0" algn="l">
              <a:lnSpc>
                <a:spcPct val="120000"/>
              </a:lnSpc>
              <a:spcBef>
                <a:spcPts val="600"/>
              </a:spcBef>
              <a:spcAft>
                <a:spcPts val="0"/>
              </a:spcAft>
              <a:buClr>
                <a:srgbClr val="7F7F7F"/>
              </a:buClr>
              <a:buSzPts val="3000"/>
              <a:buNone/>
            </a:pPr>
            <a:r>
              <a:rPr lang="en-US"/>
              <a:t>Presentation 3 - 11/30/2022</a:t>
            </a:r>
            <a:endParaRPr/>
          </a:p>
        </p:txBody>
      </p:sp>
      <p:sp>
        <p:nvSpPr>
          <p:cNvPr id="77" name="Google Shape;77;p1"/>
          <p:cNvSpPr txBox="1"/>
          <p:nvPr>
            <p:ph type="ctrTitle"/>
          </p:nvPr>
        </p:nvSpPr>
        <p:spPr>
          <a:xfrm>
            <a:off x="4024462" y="333633"/>
            <a:ext cx="6795913" cy="3459435"/>
          </a:xfrm>
          <a:prstGeom prst="rect">
            <a:avLst/>
          </a:prstGeom>
          <a:noFill/>
          <a:ln>
            <a:noFill/>
          </a:ln>
        </p:spPr>
        <p:txBody>
          <a:bodyPr anchorCtr="0" anchor="b" bIns="45700" lIns="91425" spcFirstLastPara="1" rIns="91425" wrap="square" tIns="45700">
            <a:normAutofit/>
          </a:bodyPr>
          <a:lstStyle/>
          <a:p>
            <a:pPr indent="0" lvl="0" marL="0" rtl="0" algn="l">
              <a:lnSpc>
                <a:spcPct val="114285"/>
              </a:lnSpc>
              <a:spcBef>
                <a:spcPts val="0"/>
              </a:spcBef>
              <a:spcAft>
                <a:spcPts val="0"/>
              </a:spcAft>
              <a:buClr>
                <a:srgbClr val="A7934B"/>
              </a:buClr>
              <a:buSzPts val="4200"/>
              <a:buFont typeface="Roboto"/>
              <a:buNone/>
            </a:pPr>
            <a:r>
              <a:rPr lang="en-US"/>
              <a:t>Data Driven Education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g15db474c58e_0_0"/>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800"/>
              <a:buNone/>
            </a:pPr>
            <a:r>
              <a:rPr lang="en-US"/>
              <a:t>Team Members</a:t>
            </a:r>
            <a:endParaRPr/>
          </a:p>
        </p:txBody>
      </p:sp>
      <p:sp>
        <p:nvSpPr>
          <p:cNvPr id="83" name="Google Shape;83;g15db474c58e_0_0"/>
          <p:cNvSpPr txBox="1"/>
          <p:nvPr/>
        </p:nvSpPr>
        <p:spPr>
          <a:xfrm>
            <a:off x="4110175" y="5600200"/>
            <a:ext cx="1790400" cy="64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Gautam Sugasi</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Back-end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Developer</a:t>
            </a:r>
            <a:endParaRPr b="0" i="0" sz="1400" u="none" cap="none" strike="noStrike">
              <a:solidFill>
                <a:srgbClr val="000000"/>
              </a:solidFill>
              <a:latin typeface="Roboto"/>
              <a:ea typeface="Roboto"/>
              <a:cs typeface="Roboto"/>
              <a:sym typeface="Roboto"/>
            </a:endParaRPr>
          </a:p>
        </p:txBody>
      </p:sp>
      <p:sp>
        <p:nvSpPr>
          <p:cNvPr id="84" name="Google Shape;84;g15db474c58e_0_0"/>
          <p:cNvSpPr txBox="1"/>
          <p:nvPr/>
        </p:nvSpPr>
        <p:spPr>
          <a:xfrm>
            <a:off x="6658800" y="5539150"/>
            <a:ext cx="1790400" cy="64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Ritika Gehani</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Front-end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Web Developer</a:t>
            </a:r>
            <a:endParaRPr b="0" i="0" sz="1400" u="none" cap="none" strike="noStrike">
              <a:solidFill>
                <a:srgbClr val="000000"/>
              </a:solidFill>
              <a:latin typeface="Roboto"/>
              <a:ea typeface="Roboto"/>
              <a:cs typeface="Roboto"/>
              <a:sym typeface="Roboto"/>
            </a:endParaRPr>
          </a:p>
        </p:txBody>
      </p:sp>
      <p:sp>
        <p:nvSpPr>
          <p:cNvPr id="85" name="Google Shape;85;g15db474c58e_0_0"/>
          <p:cNvSpPr txBox="1"/>
          <p:nvPr/>
        </p:nvSpPr>
        <p:spPr>
          <a:xfrm>
            <a:off x="9207425" y="4095250"/>
            <a:ext cx="1790400" cy="64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Pratik Agarwal</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Project Manager</a:t>
            </a:r>
            <a:endParaRPr b="0" i="0" sz="1400" u="none" cap="none" strike="noStrike">
              <a:solidFill>
                <a:srgbClr val="000000"/>
              </a:solidFill>
              <a:latin typeface="Roboto"/>
              <a:ea typeface="Roboto"/>
              <a:cs typeface="Roboto"/>
              <a:sym typeface="Roboto"/>
            </a:endParaRPr>
          </a:p>
        </p:txBody>
      </p:sp>
      <p:sp>
        <p:nvSpPr>
          <p:cNvPr id="86" name="Google Shape;86;g15db474c58e_0_0"/>
          <p:cNvSpPr/>
          <p:nvPr/>
        </p:nvSpPr>
        <p:spPr>
          <a:xfrm>
            <a:off x="4404700" y="4329100"/>
            <a:ext cx="1153200" cy="1183500"/>
          </a:xfrm>
          <a:prstGeom prst="smileyFace">
            <a:avLst>
              <a:gd fmla="val 4653"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7" name="Google Shape;87;g15db474c58e_0_0"/>
          <p:cNvPicPr preferRelativeResize="0"/>
          <p:nvPr/>
        </p:nvPicPr>
        <p:blipFill rotWithShape="1">
          <a:blip r:embed="rId3">
            <a:alphaModFix/>
          </a:blip>
          <a:srcRect b="0" l="0" r="0" t="0"/>
          <a:stretch/>
        </p:blipFill>
        <p:spPr>
          <a:xfrm>
            <a:off x="9458825" y="2737800"/>
            <a:ext cx="1413775" cy="1413750"/>
          </a:xfrm>
          <a:prstGeom prst="rect">
            <a:avLst/>
          </a:prstGeom>
          <a:noFill/>
          <a:ln>
            <a:noFill/>
          </a:ln>
        </p:spPr>
      </p:pic>
      <p:sp>
        <p:nvSpPr>
          <p:cNvPr id="88" name="Google Shape;88;g15db474c58e_0_0"/>
          <p:cNvSpPr txBox="1"/>
          <p:nvPr/>
        </p:nvSpPr>
        <p:spPr>
          <a:xfrm>
            <a:off x="1537750" y="2825400"/>
            <a:ext cx="1790400" cy="64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Malav Patel</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Data Scientist</a:t>
            </a:r>
            <a:endParaRPr b="0" i="0" sz="1400" u="none" cap="none" strike="noStrike">
              <a:solidFill>
                <a:srgbClr val="000000"/>
              </a:solidFill>
              <a:latin typeface="Roboto"/>
              <a:ea typeface="Roboto"/>
              <a:cs typeface="Roboto"/>
              <a:sym typeface="Roboto"/>
            </a:endParaRPr>
          </a:p>
        </p:txBody>
      </p:sp>
      <p:pic>
        <p:nvPicPr>
          <p:cNvPr id="89" name="Google Shape;89;g15db474c58e_0_0"/>
          <p:cNvPicPr preferRelativeResize="0"/>
          <p:nvPr/>
        </p:nvPicPr>
        <p:blipFill rotWithShape="1">
          <a:blip r:embed="rId4">
            <a:alphaModFix/>
          </a:blip>
          <a:srcRect b="2837" l="0" r="0" t="2828"/>
          <a:stretch/>
        </p:blipFill>
        <p:spPr>
          <a:xfrm>
            <a:off x="4356550" y="4214050"/>
            <a:ext cx="1249500" cy="1413600"/>
          </a:xfrm>
          <a:prstGeom prst="ellipse">
            <a:avLst/>
          </a:prstGeom>
          <a:noFill/>
          <a:ln>
            <a:noFill/>
          </a:ln>
        </p:spPr>
      </p:pic>
      <p:pic>
        <p:nvPicPr>
          <p:cNvPr id="90" name="Google Shape;90;g15db474c58e_0_0"/>
          <p:cNvPicPr preferRelativeResize="0"/>
          <p:nvPr/>
        </p:nvPicPr>
        <p:blipFill rotWithShape="1">
          <a:blip r:embed="rId5">
            <a:alphaModFix/>
          </a:blip>
          <a:srcRect b="0" l="0" r="0" t="0"/>
          <a:stretch/>
        </p:blipFill>
        <p:spPr>
          <a:xfrm>
            <a:off x="1715699" y="1554300"/>
            <a:ext cx="1367439" cy="1320300"/>
          </a:xfrm>
          <a:prstGeom prst="rect">
            <a:avLst/>
          </a:prstGeom>
          <a:noFill/>
          <a:ln>
            <a:noFill/>
          </a:ln>
        </p:spPr>
      </p:pic>
      <p:sp>
        <p:nvSpPr>
          <p:cNvPr id="91" name="Google Shape;91;g15db474c58e_0_0"/>
          <p:cNvSpPr txBox="1"/>
          <p:nvPr/>
        </p:nvSpPr>
        <p:spPr>
          <a:xfrm>
            <a:off x="4112650" y="2850325"/>
            <a:ext cx="1790400" cy="64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Hyun Soo Kim</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Data Scientist</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pic>
        <p:nvPicPr>
          <p:cNvPr id="92" name="Google Shape;92;g15db474c58e_0_0"/>
          <p:cNvPicPr preferRelativeResize="0"/>
          <p:nvPr/>
        </p:nvPicPr>
        <p:blipFill rotWithShape="1">
          <a:blip r:embed="rId6">
            <a:alphaModFix/>
          </a:blip>
          <a:srcRect b="0" l="0" r="0" t="0"/>
          <a:stretch/>
        </p:blipFill>
        <p:spPr>
          <a:xfrm>
            <a:off x="4381450" y="1554275"/>
            <a:ext cx="1301963" cy="1320300"/>
          </a:xfrm>
          <a:prstGeom prst="rect">
            <a:avLst/>
          </a:prstGeom>
          <a:noFill/>
          <a:ln>
            <a:noFill/>
          </a:ln>
        </p:spPr>
      </p:pic>
      <p:sp>
        <p:nvSpPr>
          <p:cNvPr id="93" name="Google Shape;93;g15db474c58e_0_0"/>
          <p:cNvSpPr txBox="1"/>
          <p:nvPr/>
        </p:nvSpPr>
        <p:spPr>
          <a:xfrm>
            <a:off x="6675925" y="2945400"/>
            <a:ext cx="1790400" cy="64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Jisan Park</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Data Scientist</a:t>
            </a:r>
            <a:endParaRPr b="0" i="0" sz="1400" u="none" cap="none" strike="noStrike">
              <a:solidFill>
                <a:srgbClr val="000000"/>
              </a:solidFill>
              <a:latin typeface="Roboto"/>
              <a:ea typeface="Roboto"/>
              <a:cs typeface="Roboto"/>
              <a:sym typeface="Roboto"/>
            </a:endParaRPr>
          </a:p>
        </p:txBody>
      </p:sp>
      <p:sp>
        <p:nvSpPr>
          <p:cNvPr id="94" name="Google Shape;94;g15db474c58e_0_0"/>
          <p:cNvSpPr/>
          <p:nvPr/>
        </p:nvSpPr>
        <p:spPr>
          <a:xfrm>
            <a:off x="6994525" y="1620300"/>
            <a:ext cx="1153200" cy="1183500"/>
          </a:xfrm>
          <a:prstGeom prst="smileyFace">
            <a:avLst>
              <a:gd fmla="val 4653"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95" name="Google Shape;95;g15db474c58e_0_0"/>
          <p:cNvPicPr preferRelativeResize="0"/>
          <p:nvPr/>
        </p:nvPicPr>
        <p:blipFill rotWithShape="1">
          <a:blip r:embed="rId7">
            <a:alphaModFix/>
          </a:blip>
          <a:srcRect b="0" l="0" r="0" t="0"/>
          <a:stretch/>
        </p:blipFill>
        <p:spPr>
          <a:xfrm>
            <a:off x="6999500" y="1554300"/>
            <a:ext cx="1153200" cy="1423500"/>
          </a:xfrm>
          <a:prstGeom prst="ellipse">
            <a:avLst/>
          </a:prstGeom>
          <a:noFill/>
          <a:ln>
            <a:noFill/>
          </a:ln>
        </p:spPr>
      </p:pic>
      <p:sp>
        <p:nvSpPr>
          <p:cNvPr id="96" name="Google Shape;96;g15db474c58e_0_0"/>
          <p:cNvSpPr txBox="1"/>
          <p:nvPr/>
        </p:nvSpPr>
        <p:spPr>
          <a:xfrm>
            <a:off x="1537750" y="5539150"/>
            <a:ext cx="1790400" cy="64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Ankit Mishra</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Front-end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Web Developer</a:t>
            </a:r>
            <a:endParaRPr b="0" i="0" sz="1400" u="none" cap="none" strike="noStrike">
              <a:solidFill>
                <a:srgbClr val="000000"/>
              </a:solidFill>
              <a:latin typeface="Roboto"/>
              <a:ea typeface="Roboto"/>
              <a:cs typeface="Roboto"/>
              <a:sym typeface="Roboto"/>
            </a:endParaRPr>
          </a:p>
        </p:txBody>
      </p:sp>
      <p:pic>
        <p:nvPicPr>
          <p:cNvPr id="97" name="Google Shape;97;g15db474c58e_0_0"/>
          <p:cNvPicPr preferRelativeResize="0"/>
          <p:nvPr/>
        </p:nvPicPr>
        <p:blipFill rotWithShape="1">
          <a:blip r:embed="rId8">
            <a:alphaModFix/>
          </a:blip>
          <a:srcRect b="0" l="0" r="0" t="0"/>
          <a:stretch/>
        </p:blipFill>
        <p:spPr>
          <a:xfrm>
            <a:off x="1748438" y="4269862"/>
            <a:ext cx="1301975" cy="1301975"/>
          </a:xfrm>
          <a:prstGeom prst="rect">
            <a:avLst/>
          </a:prstGeom>
          <a:noFill/>
          <a:ln>
            <a:noFill/>
          </a:ln>
        </p:spPr>
      </p:pic>
      <p:pic>
        <p:nvPicPr>
          <p:cNvPr id="98" name="Google Shape;98;g15db474c58e_0_0"/>
          <p:cNvPicPr preferRelativeResize="0"/>
          <p:nvPr/>
        </p:nvPicPr>
        <p:blipFill rotWithShape="1">
          <a:blip r:embed="rId9">
            <a:alphaModFix/>
          </a:blip>
          <a:srcRect b="0" l="0" r="0" t="0"/>
          <a:stretch/>
        </p:blipFill>
        <p:spPr>
          <a:xfrm>
            <a:off x="6881438" y="3856427"/>
            <a:ext cx="1302000" cy="1715400"/>
          </a:xfrm>
          <a:prstGeom prst="ellipse">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gba764dde3e_0_0"/>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Outcomes from Fall 2022</a:t>
            </a:r>
            <a:endParaRPr/>
          </a:p>
        </p:txBody>
      </p:sp>
      <p:graphicFrame>
        <p:nvGraphicFramePr>
          <p:cNvPr id="104" name="Google Shape;104;gba764dde3e_0_0"/>
          <p:cNvGraphicFramePr/>
          <p:nvPr/>
        </p:nvGraphicFramePr>
        <p:xfrm>
          <a:off x="620313" y="1215617"/>
          <a:ext cx="3000000" cy="3000000"/>
        </p:xfrm>
        <a:graphic>
          <a:graphicData uri="http://schemas.openxmlformats.org/drawingml/2006/table">
            <a:tbl>
              <a:tblPr>
                <a:noFill/>
                <a:tableStyleId>{FB49C727-FB4F-44A4-A46D-279F74DF425B}</a:tableStyleId>
              </a:tblPr>
              <a:tblGrid>
                <a:gridCol w="3564725"/>
                <a:gridCol w="3564725"/>
                <a:gridCol w="3564725"/>
              </a:tblGrid>
              <a:tr h="398225">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latin typeface="Roboto"/>
                          <a:ea typeface="Roboto"/>
                          <a:cs typeface="Roboto"/>
                          <a:sym typeface="Roboto"/>
                        </a:rPr>
                        <a:t>Category</a:t>
                      </a:r>
                      <a:endParaRPr b="1" sz="2400" u="none" cap="none" strike="noStrike">
                        <a:latin typeface="Roboto"/>
                        <a:ea typeface="Roboto"/>
                        <a:cs typeface="Roboto"/>
                        <a:sym typeface="Roboto"/>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latin typeface="Roboto"/>
                          <a:ea typeface="Roboto"/>
                          <a:cs typeface="Roboto"/>
                          <a:sym typeface="Roboto"/>
                        </a:rPr>
                        <a:t>Accomplished</a:t>
                      </a:r>
                      <a:endParaRPr b="1" sz="2400" u="none" cap="none" strike="noStrike">
                        <a:latin typeface="Roboto"/>
                        <a:ea typeface="Roboto"/>
                        <a:cs typeface="Roboto"/>
                        <a:sym typeface="Roboto"/>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latin typeface="Roboto"/>
                          <a:ea typeface="Roboto"/>
                          <a:cs typeface="Roboto"/>
                          <a:sym typeface="Roboto"/>
                        </a:rPr>
                        <a:t>Next Goals</a:t>
                      </a:r>
                      <a:endParaRPr b="1" sz="2400" u="none" cap="none" strike="noStrike">
                        <a:latin typeface="Roboto"/>
                        <a:ea typeface="Roboto"/>
                        <a:cs typeface="Roboto"/>
                        <a:sym typeface="Roboto"/>
                      </a:endParaRPr>
                    </a:p>
                  </a:txBody>
                  <a:tcPr marT="91425" marB="91425" marR="91425" marL="91425"/>
                </a:tc>
              </a:tr>
              <a:tr h="488900">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Roboto"/>
                          <a:ea typeface="Roboto"/>
                          <a:cs typeface="Roboto"/>
                          <a:sym typeface="Roboto"/>
                        </a:rPr>
                        <a:t>Web Dev</a:t>
                      </a:r>
                      <a:endParaRPr sz="1600" u="none" cap="none" strike="noStrike">
                        <a:latin typeface="Roboto"/>
                        <a:ea typeface="Roboto"/>
                        <a:cs typeface="Roboto"/>
                        <a:sym typeface="Roboto"/>
                      </a:endParaRPr>
                    </a:p>
                  </a:txBody>
                  <a:tcPr marT="91425" marB="91425" marR="91425" marL="91425"/>
                </a:tc>
                <a:tc>
                  <a:txBody>
                    <a:bodyPr/>
                    <a:lstStyle/>
                    <a:p>
                      <a:pPr indent="-330200" lvl="0" marL="457200" marR="0" rtl="0" algn="l">
                        <a:lnSpc>
                          <a:spcPct val="100000"/>
                        </a:lnSpc>
                        <a:spcBef>
                          <a:spcPts val="0"/>
                        </a:spcBef>
                        <a:spcAft>
                          <a:spcPts val="0"/>
                        </a:spcAft>
                        <a:buClr>
                          <a:srgbClr val="000000"/>
                        </a:buClr>
                        <a:buSzPts val="1600"/>
                        <a:buFont typeface="Roboto"/>
                        <a:buChar char="●"/>
                      </a:pPr>
                      <a:r>
                        <a:rPr lang="en-US" sz="1600">
                          <a:latin typeface="Roboto"/>
                          <a:ea typeface="Roboto"/>
                          <a:cs typeface="Roboto"/>
                          <a:sym typeface="Roboto"/>
                        </a:rPr>
                        <a:t>Dashboard ready, working on artificially generated data</a:t>
                      </a:r>
                      <a:endParaRPr sz="1600" u="none" cap="none" strike="noStrike">
                        <a:latin typeface="Roboto"/>
                        <a:ea typeface="Roboto"/>
                        <a:cs typeface="Roboto"/>
                        <a:sym typeface="Roboto"/>
                      </a:endParaRPr>
                    </a:p>
                  </a:txBody>
                  <a:tcPr marT="91425" marB="91425" marR="91425" marL="91425"/>
                </a:tc>
                <a:tc>
                  <a:txBody>
                    <a:bodyPr/>
                    <a:lstStyle/>
                    <a:p>
                      <a:pPr indent="-330200" lvl="0" marL="457200" marR="0" rtl="0" algn="l">
                        <a:lnSpc>
                          <a:spcPct val="100000"/>
                        </a:lnSpc>
                        <a:spcBef>
                          <a:spcPts val="0"/>
                        </a:spcBef>
                        <a:spcAft>
                          <a:spcPts val="0"/>
                        </a:spcAft>
                        <a:buClr>
                          <a:srgbClr val="000000"/>
                        </a:buClr>
                        <a:buSzPts val="1600"/>
                        <a:buFont typeface="Roboto"/>
                        <a:buChar char="●"/>
                      </a:pPr>
                      <a:r>
                        <a:rPr lang="en-US" sz="1600">
                          <a:latin typeface="Roboto"/>
                          <a:ea typeface="Roboto"/>
                          <a:cs typeface="Roboto"/>
                          <a:sym typeface="Roboto"/>
                        </a:rPr>
                        <a:t>Connect with data science backend and test integration</a:t>
                      </a:r>
                      <a:endParaRPr sz="1600" u="none" cap="none" strike="noStrike">
                        <a:latin typeface="Roboto"/>
                        <a:ea typeface="Roboto"/>
                        <a:cs typeface="Roboto"/>
                        <a:sym typeface="Roboto"/>
                      </a:endParaRPr>
                    </a:p>
                  </a:txBody>
                  <a:tcPr marT="91425" marB="91425" marR="91425" marL="91425"/>
                </a:tc>
              </a:tr>
              <a:tr h="508400">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Roboto"/>
                          <a:ea typeface="Roboto"/>
                          <a:cs typeface="Roboto"/>
                          <a:sym typeface="Roboto"/>
                        </a:rPr>
                        <a:t>UX Research</a:t>
                      </a:r>
                      <a:endParaRPr sz="1600" u="none" cap="none" strike="noStrike">
                        <a:latin typeface="Roboto"/>
                        <a:ea typeface="Roboto"/>
                        <a:cs typeface="Roboto"/>
                        <a:sym typeface="Roboto"/>
                      </a:endParaRPr>
                    </a:p>
                  </a:txBody>
                  <a:tcPr marT="91425" marB="91425" marR="91425" marL="91425"/>
                </a:tc>
                <a:tc>
                  <a:txBody>
                    <a:bodyPr/>
                    <a:lstStyle/>
                    <a:p>
                      <a:pPr indent="-330200" lvl="0" marL="457200" marR="0" rtl="0" algn="l">
                        <a:lnSpc>
                          <a:spcPct val="100000"/>
                        </a:lnSpc>
                        <a:spcBef>
                          <a:spcPts val="0"/>
                        </a:spcBef>
                        <a:spcAft>
                          <a:spcPts val="0"/>
                        </a:spcAft>
                        <a:buClr>
                          <a:srgbClr val="000000"/>
                        </a:buClr>
                        <a:buSzPts val="1600"/>
                        <a:buFont typeface="Roboto"/>
                        <a:buChar char="●"/>
                      </a:pPr>
                      <a:r>
                        <a:rPr lang="en-US" sz="1600" u="none" cap="none" strike="noStrike">
                          <a:latin typeface="Roboto"/>
                          <a:ea typeface="Roboto"/>
                          <a:cs typeface="Roboto"/>
                          <a:sym typeface="Roboto"/>
                        </a:rPr>
                        <a:t>This bit will start after dashboard is ready</a:t>
                      </a:r>
                      <a:endParaRPr sz="1600" u="none" cap="none" strike="noStrike">
                        <a:latin typeface="Roboto"/>
                        <a:ea typeface="Roboto"/>
                        <a:cs typeface="Roboto"/>
                        <a:sym typeface="Roboto"/>
                      </a:endParaRPr>
                    </a:p>
                  </a:txBody>
                  <a:tcPr marT="91425" marB="91425" marR="91425" marL="91425"/>
                </a:tc>
                <a:tc>
                  <a:txBody>
                    <a:bodyPr/>
                    <a:lstStyle/>
                    <a:p>
                      <a:pPr indent="-330200" lvl="0" marL="457200" marR="0" rtl="0" algn="l">
                        <a:lnSpc>
                          <a:spcPct val="100000"/>
                        </a:lnSpc>
                        <a:spcBef>
                          <a:spcPts val="0"/>
                        </a:spcBef>
                        <a:spcAft>
                          <a:spcPts val="0"/>
                        </a:spcAft>
                        <a:buClr>
                          <a:srgbClr val="000000"/>
                        </a:buClr>
                        <a:buSzPts val="1600"/>
                        <a:buFont typeface="Roboto"/>
                        <a:buChar char="●"/>
                      </a:pPr>
                      <a:r>
                        <a:rPr lang="en-US" sz="1600">
                          <a:latin typeface="Roboto"/>
                          <a:ea typeface="Roboto"/>
                          <a:cs typeface="Roboto"/>
                          <a:sym typeface="Roboto"/>
                        </a:rPr>
                        <a:t>Interview instructors to get feedback on our dashboard</a:t>
                      </a:r>
                      <a:endParaRPr sz="1600" u="none" cap="none" strike="noStrike">
                        <a:latin typeface="Roboto"/>
                        <a:ea typeface="Roboto"/>
                        <a:cs typeface="Roboto"/>
                        <a:sym typeface="Roboto"/>
                      </a:endParaRPr>
                    </a:p>
                  </a:txBody>
                  <a:tcPr marT="91425" marB="91425" marR="91425" marL="91425"/>
                </a:tc>
              </a:tr>
              <a:tr h="508400">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Roboto"/>
                          <a:ea typeface="Roboto"/>
                          <a:cs typeface="Roboto"/>
                          <a:sym typeface="Roboto"/>
                        </a:rPr>
                        <a:t>Data Science</a:t>
                      </a:r>
                      <a:endParaRPr sz="1600" u="none" cap="none" strike="noStrike">
                        <a:latin typeface="Roboto"/>
                        <a:ea typeface="Roboto"/>
                        <a:cs typeface="Roboto"/>
                        <a:sym typeface="Roboto"/>
                      </a:endParaRPr>
                    </a:p>
                  </a:txBody>
                  <a:tcPr marT="91425" marB="91425" marR="91425" marL="91425"/>
                </a:tc>
                <a:tc>
                  <a:txBody>
                    <a:bodyPr/>
                    <a:lstStyle/>
                    <a:p>
                      <a:pPr indent="-330200" lvl="0" marL="457200" marR="0" rtl="0" algn="l">
                        <a:lnSpc>
                          <a:spcPct val="100000"/>
                        </a:lnSpc>
                        <a:spcBef>
                          <a:spcPts val="0"/>
                        </a:spcBef>
                        <a:spcAft>
                          <a:spcPts val="0"/>
                        </a:spcAft>
                        <a:buClr>
                          <a:srgbClr val="000000"/>
                        </a:buClr>
                        <a:buSzPts val="1600"/>
                        <a:buFont typeface="Roboto"/>
                        <a:buChar char="●"/>
                      </a:pPr>
                      <a:r>
                        <a:rPr lang="en-US" sz="1600" u="none" cap="none" strike="noStrike">
                          <a:latin typeface="Roboto"/>
                          <a:ea typeface="Roboto"/>
                          <a:cs typeface="Roboto"/>
                          <a:sym typeface="Roboto"/>
                        </a:rPr>
                        <a:t>Aspect-based sentiment analysis model</a:t>
                      </a:r>
                      <a:endParaRPr sz="1600" u="none" cap="none" strike="noStrike">
                        <a:latin typeface="Roboto"/>
                        <a:ea typeface="Roboto"/>
                        <a:cs typeface="Roboto"/>
                        <a:sym typeface="Roboto"/>
                      </a:endParaRPr>
                    </a:p>
                    <a:p>
                      <a:pPr indent="-330200" lvl="0" marL="457200" marR="0" rtl="0" algn="l">
                        <a:lnSpc>
                          <a:spcPct val="100000"/>
                        </a:lnSpc>
                        <a:spcBef>
                          <a:spcPts val="0"/>
                        </a:spcBef>
                        <a:spcAft>
                          <a:spcPts val="0"/>
                        </a:spcAft>
                        <a:buSzPts val="1600"/>
                        <a:buFont typeface="Roboto"/>
                        <a:buChar char="●"/>
                      </a:pPr>
                      <a:r>
                        <a:rPr lang="en-US" sz="1600">
                          <a:latin typeface="Roboto"/>
                          <a:ea typeface="Roboto"/>
                          <a:cs typeface="Roboto"/>
                          <a:sym typeface="Roboto"/>
                        </a:rPr>
                        <a:t>Documentation for </a:t>
                      </a:r>
                      <a:r>
                        <a:rPr lang="en-US" sz="1600">
                          <a:latin typeface="Roboto"/>
                          <a:ea typeface="Roboto"/>
                          <a:cs typeface="Roboto"/>
                          <a:sym typeface="Roboto"/>
                        </a:rPr>
                        <a:t>future</a:t>
                      </a:r>
                      <a:r>
                        <a:rPr lang="en-US" sz="1600">
                          <a:latin typeface="Roboto"/>
                          <a:ea typeface="Roboto"/>
                          <a:cs typeface="Roboto"/>
                          <a:sym typeface="Roboto"/>
                        </a:rPr>
                        <a:t> team</a:t>
                      </a:r>
                      <a:endParaRPr sz="1600">
                        <a:latin typeface="Roboto"/>
                        <a:ea typeface="Roboto"/>
                        <a:cs typeface="Roboto"/>
                        <a:sym typeface="Roboto"/>
                      </a:endParaRPr>
                    </a:p>
                  </a:txBody>
                  <a:tcPr marT="91425" marB="91425" marR="91425" marL="91425"/>
                </a:tc>
                <a:tc>
                  <a:txBody>
                    <a:bodyPr/>
                    <a:lstStyle/>
                    <a:p>
                      <a:pPr indent="-330200" lvl="0" marL="457200" marR="0" rtl="0" algn="l">
                        <a:lnSpc>
                          <a:spcPct val="100000"/>
                        </a:lnSpc>
                        <a:spcBef>
                          <a:spcPts val="0"/>
                        </a:spcBef>
                        <a:spcAft>
                          <a:spcPts val="0"/>
                        </a:spcAft>
                        <a:buClr>
                          <a:srgbClr val="000000"/>
                        </a:buClr>
                        <a:buSzPts val="1600"/>
                        <a:buFont typeface="Roboto"/>
                        <a:buChar char="●"/>
                      </a:pPr>
                      <a:r>
                        <a:rPr lang="en-US" sz="1600">
                          <a:latin typeface="Roboto"/>
                          <a:ea typeface="Roboto"/>
                          <a:cs typeface="Roboto"/>
                          <a:sym typeface="Roboto"/>
                        </a:rPr>
                        <a:t>Piazza Q/A, </a:t>
                      </a:r>
                      <a:r>
                        <a:rPr lang="en-US" sz="1600">
                          <a:latin typeface="Roboto"/>
                          <a:ea typeface="Roboto"/>
                          <a:cs typeface="Roboto"/>
                          <a:sym typeface="Roboto"/>
                        </a:rPr>
                        <a:t>integrating</a:t>
                      </a:r>
                      <a:r>
                        <a:rPr lang="en-US" sz="1600">
                          <a:latin typeface="Roboto"/>
                          <a:ea typeface="Roboto"/>
                          <a:cs typeface="Roboto"/>
                          <a:sym typeface="Roboto"/>
                        </a:rPr>
                        <a:t> cognitive presence modeling with other models</a:t>
                      </a:r>
                      <a:endParaRPr sz="1600" u="none" cap="none" strike="noStrike">
                        <a:latin typeface="Roboto"/>
                        <a:ea typeface="Roboto"/>
                        <a:cs typeface="Roboto"/>
                        <a:sym typeface="Roboto"/>
                      </a:endParaRPr>
                    </a:p>
                  </a:txBody>
                  <a:tcPr marT="91425" marB="91425" marR="91425" marL="91425"/>
                </a:tc>
              </a:tr>
            </a:tbl>
          </a:graphicData>
        </a:graphic>
      </p:graphicFrame>
      <p:sp>
        <p:nvSpPr>
          <p:cNvPr id="105" name="Google Shape;105;gba764dde3e_0_0"/>
          <p:cNvSpPr txBox="1"/>
          <p:nvPr/>
        </p:nvSpPr>
        <p:spPr>
          <a:xfrm>
            <a:off x="386350" y="4552950"/>
            <a:ext cx="11162100" cy="212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1500"/>
              </a:spcBef>
              <a:spcAft>
                <a:spcPts val="0"/>
              </a:spcAft>
              <a:buClr>
                <a:srgbClr val="000000"/>
              </a:buClr>
              <a:buSzPts val="2600"/>
              <a:buFont typeface="Arial"/>
              <a:buNone/>
            </a:pPr>
            <a:r>
              <a:rPr b="1" i="0" lang="en-US" sz="2600" u="none" cap="none" strike="noStrike">
                <a:solidFill>
                  <a:schemeClr val="dk1"/>
                </a:solidFill>
                <a:latin typeface="Roboto"/>
                <a:ea typeface="Roboto"/>
                <a:cs typeface="Roboto"/>
                <a:sym typeface="Roboto"/>
              </a:rPr>
              <a:t>Learnings and Challenges as a Project Manager:</a:t>
            </a:r>
            <a:endParaRPr b="0" i="0" sz="2000" u="none" cap="none" strike="noStrike">
              <a:solidFill>
                <a:schemeClr val="dk1"/>
              </a:solidFill>
              <a:latin typeface="Roboto"/>
              <a:ea typeface="Roboto"/>
              <a:cs typeface="Roboto"/>
              <a:sym typeface="Roboto"/>
            </a:endParaRPr>
          </a:p>
          <a:p>
            <a:pPr indent="-355600" lvl="0" marL="457200" marR="0" rtl="0" algn="l">
              <a:lnSpc>
                <a:spcPct val="100000"/>
              </a:lnSpc>
              <a:spcBef>
                <a:spcPts val="0"/>
              </a:spcBef>
              <a:spcAft>
                <a:spcPts val="0"/>
              </a:spcAft>
              <a:buClr>
                <a:schemeClr val="dk1"/>
              </a:buClr>
              <a:buSzPts val="2000"/>
              <a:buFont typeface="Roboto"/>
              <a:buChar char="•"/>
            </a:pPr>
            <a:r>
              <a:rPr lang="en-US" sz="2000">
                <a:solidFill>
                  <a:schemeClr val="dk1"/>
                </a:solidFill>
                <a:latin typeface="Roboto"/>
                <a:ea typeface="Roboto"/>
                <a:cs typeface="Roboto"/>
                <a:sym typeface="Roboto"/>
              </a:rPr>
              <a:t>Could have been more proactively communicating with instructors from the start</a:t>
            </a:r>
            <a:endParaRPr sz="2000">
              <a:solidFill>
                <a:schemeClr val="dk1"/>
              </a:solidFill>
              <a:latin typeface="Roboto"/>
              <a:ea typeface="Roboto"/>
              <a:cs typeface="Roboto"/>
              <a:sym typeface="Roboto"/>
            </a:endParaRPr>
          </a:p>
          <a:p>
            <a:pPr indent="-355600" lvl="0" marL="457200" marR="0" rtl="0" algn="l">
              <a:lnSpc>
                <a:spcPct val="100000"/>
              </a:lnSpc>
              <a:spcBef>
                <a:spcPts val="0"/>
              </a:spcBef>
              <a:spcAft>
                <a:spcPts val="0"/>
              </a:spcAft>
              <a:buClr>
                <a:schemeClr val="dk1"/>
              </a:buClr>
              <a:buSzPts val="2000"/>
              <a:buFont typeface="Roboto"/>
              <a:buChar char="•"/>
            </a:pPr>
            <a:r>
              <a:rPr lang="en-US" sz="2000">
                <a:solidFill>
                  <a:schemeClr val="dk1"/>
                </a:solidFill>
                <a:latin typeface="Roboto"/>
                <a:ea typeface="Roboto"/>
                <a:cs typeface="Roboto"/>
                <a:sym typeface="Roboto"/>
              </a:rPr>
              <a:t>Having clear weekly deliverables helped the team stay more focused</a:t>
            </a:r>
            <a:endParaRPr sz="2000">
              <a:solidFill>
                <a:schemeClr val="dk1"/>
              </a:solidFill>
              <a:latin typeface="Roboto"/>
              <a:ea typeface="Roboto"/>
              <a:cs typeface="Roboto"/>
              <a:sym typeface="Roboto"/>
            </a:endParaRPr>
          </a:p>
          <a:p>
            <a:pPr indent="-355600" lvl="0" marL="457200" marR="0" rtl="0" algn="l">
              <a:lnSpc>
                <a:spcPct val="100000"/>
              </a:lnSpc>
              <a:spcBef>
                <a:spcPts val="0"/>
              </a:spcBef>
              <a:spcAft>
                <a:spcPts val="0"/>
              </a:spcAft>
              <a:buClr>
                <a:schemeClr val="dk1"/>
              </a:buClr>
              <a:buSzPts val="2000"/>
              <a:buFont typeface="Roboto"/>
              <a:buChar char="•"/>
            </a:pPr>
            <a:r>
              <a:rPr lang="en-US" sz="2000">
                <a:solidFill>
                  <a:schemeClr val="dk1"/>
                </a:solidFill>
                <a:latin typeface="Roboto"/>
                <a:ea typeface="Roboto"/>
                <a:cs typeface="Roboto"/>
                <a:sym typeface="Roboto"/>
              </a:rPr>
              <a:t>Team members having more context of project can help bring their team together and enable better coordination</a:t>
            </a:r>
            <a:endParaRPr sz="2000">
              <a:solidFill>
                <a:schemeClr val="dk1"/>
              </a:solidFill>
              <a:latin typeface="Roboto"/>
              <a:ea typeface="Roboto"/>
              <a:cs typeface="Roboto"/>
              <a:sym typeface="Roboto"/>
            </a:endParaRPr>
          </a:p>
          <a:p>
            <a:pPr indent="-355600" lvl="0" marL="457200" marR="0" rtl="0" algn="l">
              <a:lnSpc>
                <a:spcPct val="100000"/>
              </a:lnSpc>
              <a:spcBef>
                <a:spcPts val="0"/>
              </a:spcBef>
              <a:spcAft>
                <a:spcPts val="0"/>
              </a:spcAft>
              <a:buClr>
                <a:schemeClr val="dk1"/>
              </a:buClr>
              <a:buSzPts val="2000"/>
              <a:buFont typeface="Roboto"/>
              <a:buChar char="•"/>
            </a:pPr>
            <a:r>
              <a:rPr lang="en-US" sz="2000">
                <a:solidFill>
                  <a:schemeClr val="dk1"/>
                </a:solidFill>
                <a:latin typeface="Roboto"/>
                <a:ea typeface="Roboto"/>
                <a:cs typeface="Roboto"/>
                <a:sym typeface="Roboto"/>
              </a:rPr>
              <a:t>Monthly targets and sprints helped, but should have kept more buffer</a:t>
            </a:r>
            <a:endParaRPr sz="2000">
              <a:solidFill>
                <a:schemeClr val="dk1"/>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gefbeba6a1c_0_0"/>
          <p:cNvSpPr txBox="1"/>
          <p:nvPr>
            <p:ph idx="4294967295" type="title"/>
          </p:nvPr>
        </p:nvSpPr>
        <p:spPr>
          <a:xfrm>
            <a:off x="381000" y="2921547"/>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sz="7000"/>
              <a:t>Data Science</a:t>
            </a:r>
            <a:endParaRPr sz="70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gbea1223c9f_0_11"/>
          <p:cNvSpPr txBox="1"/>
          <p:nvPr>
            <p:ph idx="1" type="body"/>
          </p:nvPr>
        </p:nvSpPr>
        <p:spPr>
          <a:xfrm>
            <a:off x="451725" y="1915350"/>
            <a:ext cx="11430000" cy="3027300"/>
          </a:xfrm>
          <a:prstGeom prst="rect">
            <a:avLst/>
          </a:prstGeom>
          <a:noFill/>
          <a:ln>
            <a:noFill/>
          </a:ln>
        </p:spPr>
        <p:txBody>
          <a:bodyPr anchorCtr="0" anchor="t" bIns="45700" lIns="91425" spcFirstLastPara="1" rIns="91425" wrap="square" tIns="45700">
            <a:normAutofit lnSpcReduction="10000"/>
          </a:bodyPr>
          <a:lstStyle/>
          <a:p>
            <a:pPr indent="0" lvl="0" marL="0" rtl="0" algn="just">
              <a:lnSpc>
                <a:spcPct val="90000"/>
              </a:lnSpc>
              <a:spcBef>
                <a:spcPts val="1000"/>
              </a:spcBef>
              <a:spcAft>
                <a:spcPts val="0"/>
              </a:spcAft>
              <a:buSzPts val="1800"/>
              <a:buNone/>
            </a:pPr>
            <a:r>
              <a:rPr lang="en-US"/>
              <a:t>Based on the </a:t>
            </a:r>
            <a:r>
              <a:rPr b="1" lang="en-US"/>
              <a:t>community of inquiry framework</a:t>
            </a:r>
            <a:r>
              <a:rPr lang="en-US"/>
              <a:t>, what are some key factors in discussion forum activities influencing student </a:t>
            </a:r>
            <a:r>
              <a:rPr b="1" lang="en-US"/>
              <a:t>engagement</a:t>
            </a:r>
            <a:r>
              <a:rPr lang="en-US"/>
              <a:t> and </a:t>
            </a:r>
            <a:r>
              <a:rPr b="1" lang="en-US"/>
              <a:t>performance</a:t>
            </a:r>
            <a:r>
              <a:rPr lang="en-US"/>
              <a:t> in an asynchronous online classroom?</a:t>
            </a:r>
            <a:endParaRPr/>
          </a:p>
          <a:p>
            <a:pPr indent="0" lvl="0" marL="0" rtl="0" algn="just">
              <a:lnSpc>
                <a:spcPct val="90000"/>
              </a:lnSpc>
              <a:spcBef>
                <a:spcPts val="1000"/>
              </a:spcBef>
              <a:spcAft>
                <a:spcPts val="0"/>
              </a:spcAft>
              <a:buSzPts val="1800"/>
              <a:buNone/>
            </a:pPr>
            <a:r>
              <a:t/>
            </a:r>
            <a:endParaRPr/>
          </a:p>
          <a:p>
            <a:pPr indent="0" lvl="0" marL="0" rtl="0" algn="just">
              <a:lnSpc>
                <a:spcPct val="90000"/>
              </a:lnSpc>
              <a:spcBef>
                <a:spcPts val="1000"/>
              </a:spcBef>
              <a:spcAft>
                <a:spcPts val="0"/>
              </a:spcAft>
              <a:buSzPts val="1800"/>
              <a:buNone/>
            </a:pPr>
            <a:r>
              <a:rPr lang="en-US"/>
              <a:t>How can we design a </a:t>
            </a:r>
            <a:r>
              <a:rPr b="1" lang="en-US"/>
              <a:t>web app</a:t>
            </a:r>
            <a:r>
              <a:rPr lang="en-US"/>
              <a:t> that can provide actionable insights to the instructor in order to increase engagement and performance?</a:t>
            </a:r>
            <a:endParaRPr/>
          </a:p>
          <a:p>
            <a:pPr indent="0" lvl="0" marL="0" rtl="0" algn="just">
              <a:lnSpc>
                <a:spcPct val="90000"/>
              </a:lnSpc>
              <a:spcBef>
                <a:spcPts val="1000"/>
              </a:spcBef>
              <a:spcAft>
                <a:spcPts val="0"/>
              </a:spcAft>
              <a:buSzPts val="1800"/>
              <a:buNone/>
            </a:pPr>
            <a:r>
              <a:t/>
            </a:r>
            <a:endParaRPr/>
          </a:p>
        </p:txBody>
      </p:sp>
      <p:sp>
        <p:nvSpPr>
          <p:cNvPr id="116" name="Google Shape;116;gbea1223c9f_0_11"/>
          <p:cNvSpPr txBox="1"/>
          <p:nvPr>
            <p:ph type="title"/>
          </p:nvPr>
        </p:nvSpPr>
        <p:spPr>
          <a:xfrm>
            <a:off x="381000" y="212247"/>
            <a:ext cx="11430000" cy="1014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Research Goal</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g19c7c681167_0_366"/>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Data Science </a:t>
            </a:r>
            <a:endParaRPr/>
          </a:p>
        </p:txBody>
      </p:sp>
      <p:pic>
        <p:nvPicPr>
          <p:cNvPr id="122" name="Google Shape;122;g19c7c681167_0_366"/>
          <p:cNvPicPr preferRelativeResize="0"/>
          <p:nvPr/>
        </p:nvPicPr>
        <p:blipFill rotWithShape="1">
          <a:blip r:embed="rId3">
            <a:alphaModFix/>
          </a:blip>
          <a:srcRect b="0" l="0" r="0" t="0"/>
          <a:stretch/>
        </p:blipFill>
        <p:spPr>
          <a:xfrm>
            <a:off x="3102886" y="2164097"/>
            <a:ext cx="6478330" cy="2701300"/>
          </a:xfrm>
          <a:prstGeom prst="rect">
            <a:avLst/>
          </a:prstGeom>
          <a:noFill/>
          <a:ln>
            <a:noFill/>
          </a:ln>
        </p:spPr>
      </p:pic>
      <p:pic>
        <p:nvPicPr>
          <p:cNvPr id="123" name="Google Shape;123;g19c7c681167_0_366"/>
          <p:cNvPicPr preferRelativeResize="0"/>
          <p:nvPr/>
        </p:nvPicPr>
        <p:blipFill rotWithShape="1">
          <a:blip r:embed="rId4">
            <a:alphaModFix/>
          </a:blip>
          <a:srcRect b="0" l="0" r="0" t="0"/>
          <a:stretch/>
        </p:blipFill>
        <p:spPr>
          <a:xfrm>
            <a:off x="387338" y="1504775"/>
            <a:ext cx="6918666" cy="4585826"/>
          </a:xfrm>
          <a:prstGeom prst="rect">
            <a:avLst/>
          </a:prstGeom>
          <a:noFill/>
          <a:ln>
            <a:noFill/>
          </a:ln>
        </p:spPr>
      </p:pic>
      <p:pic>
        <p:nvPicPr>
          <p:cNvPr id="124" name="Google Shape;124;g19c7c681167_0_366"/>
          <p:cNvPicPr preferRelativeResize="0"/>
          <p:nvPr/>
        </p:nvPicPr>
        <p:blipFill rotWithShape="1">
          <a:blip r:embed="rId5">
            <a:alphaModFix/>
          </a:blip>
          <a:srcRect b="0" l="0" r="0" t="0"/>
          <a:stretch/>
        </p:blipFill>
        <p:spPr>
          <a:xfrm>
            <a:off x="8290078" y="2380913"/>
            <a:ext cx="2230334" cy="2178066"/>
          </a:xfrm>
          <a:prstGeom prst="rect">
            <a:avLst/>
          </a:prstGeom>
          <a:noFill/>
          <a:ln>
            <a:noFill/>
          </a:ln>
        </p:spPr>
      </p:pic>
      <p:pic>
        <p:nvPicPr>
          <p:cNvPr id="125" name="Google Shape;125;g19c7c681167_0_366"/>
          <p:cNvPicPr preferRelativeResize="0"/>
          <p:nvPr/>
        </p:nvPicPr>
        <p:blipFill rotWithShape="1">
          <a:blip r:embed="rId6">
            <a:alphaModFix/>
          </a:blip>
          <a:srcRect b="0" l="0" r="0" t="0"/>
          <a:stretch/>
        </p:blipFill>
        <p:spPr>
          <a:xfrm>
            <a:off x="6543666" y="2756715"/>
            <a:ext cx="1434352" cy="141829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g19c7c681167_0_439"/>
          <p:cNvSpPr txBox="1"/>
          <p:nvPr>
            <p:ph idx="1" type="body"/>
          </p:nvPr>
        </p:nvSpPr>
        <p:spPr>
          <a:xfrm>
            <a:off x="381000" y="1405659"/>
            <a:ext cx="11430000" cy="45963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lang="en-US"/>
              <a:t>We have to buy colab-pro version to train the model.</a:t>
            </a:r>
            <a:endParaRPr/>
          </a:p>
          <a:p>
            <a:pPr indent="-342900" lvl="1" marL="914400" rtl="0" algn="l">
              <a:spcBef>
                <a:spcPts val="0"/>
              </a:spcBef>
              <a:spcAft>
                <a:spcPts val="0"/>
              </a:spcAft>
              <a:buSzPts val="1800"/>
              <a:buChar char="○"/>
            </a:pPr>
            <a:r>
              <a:rPr lang="en-US" sz="2800"/>
              <a:t>Too many tokens -&gt; took very long time, GPU out of memory</a:t>
            </a:r>
            <a:endParaRPr sz="2800"/>
          </a:p>
          <a:p>
            <a:pPr indent="-406400" lvl="1" marL="914400" rtl="0" algn="l">
              <a:spcBef>
                <a:spcPts val="0"/>
              </a:spcBef>
              <a:spcAft>
                <a:spcPts val="0"/>
              </a:spcAft>
              <a:buSzPts val="2800"/>
              <a:buChar char="○"/>
            </a:pPr>
            <a:r>
              <a:rPr lang="en-US" sz="2800"/>
              <a:t>Pre-processing helped, but had to be careful</a:t>
            </a:r>
            <a:endParaRPr sz="2800"/>
          </a:p>
          <a:p>
            <a:pPr indent="-342900" lvl="0" marL="457200" rtl="0" algn="l">
              <a:spcBef>
                <a:spcPts val="0"/>
              </a:spcBef>
              <a:spcAft>
                <a:spcPts val="0"/>
              </a:spcAft>
              <a:buSzPts val="1800"/>
              <a:buChar char="●"/>
            </a:pPr>
            <a:r>
              <a:rPr lang="en-US"/>
              <a:t>Still need to pick topics</a:t>
            </a:r>
            <a:r>
              <a:rPr lang="en-US"/>
              <a:t>. For now we have chosen the common topics, we can choose topics from Topic Modeling.</a:t>
            </a:r>
            <a:endParaRPr/>
          </a:p>
          <a:p>
            <a:pPr indent="-342900" lvl="0" marL="457200" rtl="0" algn="l">
              <a:spcBef>
                <a:spcPts val="0"/>
              </a:spcBef>
              <a:spcAft>
                <a:spcPts val="0"/>
              </a:spcAft>
              <a:buSzPts val="1800"/>
              <a:buChar char="●"/>
            </a:pPr>
            <a:r>
              <a:rPr lang="en-US"/>
              <a:t>Accurate problem - pre-processing still needed, too many neutral sentiment (0 - neutral)</a:t>
            </a:r>
            <a:endParaRPr/>
          </a:p>
        </p:txBody>
      </p:sp>
      <p:sp>
        <p:nvSpPr>
          <p:cNvPr id="131" name="Google Shape;131;g19c7c681167_0_439"/>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Challenges - ABSA</a:t>
            </a:r>
            <a:endParaRPr/>
          </a:p>
        </p:txBody>
      </p:sp>
      <p:pic>
        <p:nvPicPr>
          <p:cNvPr id="132" name="Google Shape;132;g19c7c681167_0_439"/>
          <p:cNvPicPr preferRelativeResize="0"/>
          <p:nvPr/>
        </p:nvPicPr>
        <p:blipFill>
          <a:blip r:embed="rId3">
            <a:alphaModFix/>
          </a:blip>
          <a:stretch>
            <a:fillRect/>
          </a:stretch>
        </p:blipFill>
        <p:spPr>
          <a:xfrm>
            <a:off x="9459850" y="200725"/>
            <a:ext cx="1480975" cy="1368975"/>
          </a:xfrm>
          <a:prstGeom prst="rect">
            <a:avLst/>
          </a:prstGeom>
          <a:noFill/>
          <a:ln>
            <a:noFill/>
          </a:ln>
        </p:spPr>
      </p:pic>
      <p:pic>
        <p:nvPicPr>
          <p:cNvPr id="133" name="Google Shape;133;g19c7c681167_0_439"/>
          <p:cNvPicPr preferRelativeResize="0"/>
          <p:nvPr/>
        </p:nvPicPr>
        <p:blipFill>
          <a:blip r:embed="rId4">
            <a:alphaModFix/>
          </a:blip>
          <a:stretch>
            <a:fillRect/>
          </a:stretch>
        </p:blipFill>
        <p:spPr>
          <a:xfrm>
            <a:off x="381000" y="4861725"/>
            <a:ext cx="6212527" cy="872200"/>
          </a:xfrm>
          <a:prstGeom prst="rect">
            <a:avLst/>
          </a:prstGeom>
          <a:noFill/>
          <a:ln>
            <a:noFill/>
          </a:ln>
        </p:spPr>
      </p:pic>
      <p:pic>
        <p:nvPicPr>
          <p:cNvPr id="134" name="Google Shape;134;g19c7c681167_0_439"/>
          <p:cNvPicPr preferRelativeResize="0"/>
          <p:nvPr/>
        </p:nvPicPr>
        <p:blipFill>
          <a:blip r:embed="rId5">
            <a:alphaModFix/>
          </a:blip>
          <a:stretch>
            <a:fillRect/>
          </a:stretch>
        </p:blipFill>
        <p:spPr>
          <a:xfrm>
            <a:off x="7151200" y="4084025"/>
            <a:ext cx="3714775" cy="20620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g175b9171bdc_0_0"/>
          <p:cNvSpPr txBox="1"/>
          <p:nvPr>
            <p:ph idx="1" type="body"/>
          </p:nvPr>
        </p:nvSpPr>
        <p:spPr>
          <a:xfrm>
            <a:off x="381000" y="1017275"/>
            <a:ext cx="4422900" cy="5700600"/>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SzPts val="1800"/>
              <a:buChar char="•"/>
            </a:pPr>
            <a:r>
              <a:rPr lang="en-US"/>
              <a:t>Graph for each Aspects</a:t>
            </a:r>
            <a:endParaRPr/>
          </a:p>
        </p:txBody>
      </p:sp>
      <p:sp>
        <p:nvSpPr>
          <p:cNvPr id="140" name="Google Shape;140;g175b9171bdc_0_0"/>
          <p:cNvSpPr txBox="1"/>
          <p:nvPr>
            <p:ph type="title"/>
          </p:nvPr>
        </p:nvSpPr>
        <p:spPr>
          <a:xfrm>
            <a:off x="381000" y="-3"/>
            <a:ext cx="11430000" cy="1014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Outcome- ABSA</a:t>
            </a:r>
            <a:endParaRPr/>
          </a:p>
        </p:txBody>
      </p:sp>
      <p:pic>
        <p:nvPicPr>
          <p:cNvPr id="141" name="Google Shape;141;g175b9171bdc_0_0"/>
          <p:cNvPicPr preferRelativeResize="0"/>
          <p:nvPr/>
        </p:nvPicPr>
        <p:blipFill>
          <a:blip r:embed="rId3">
            <a:alphaModFix/>
          </a:blip>
          <a:stretch>
            <a:fillRect/>
          </a:stretch>
        </p:blipFill>
        <p:spPr>
          <a:xfrm>
            <a:off x="901150" y="2050125"/>
            <a:ext cx="3017708" cy="1776850"/>
          </a:xfrm>
          <a:prstGeom prst="rect">
            <a:avLst/>
          </a:prstGeom>
          <a:noFill/>
          <a:ln>
            <a:noFill/>
          </a:ln>
        </p:spPr>
      </p:pic>
      <p:pic>
        <p:nvPicPr>
          <p:cNvPr id="142" name="Google Shape;142;g175b9171bdc_0_0"/>
          <p:cNvPicPr preferRelativeResize="0"/>
          <p:nvPr/>
        </p:nvPicPr>
        <p:blipFill>
          <a:blip r:embed="rId4">
            <a:alphaModFix/>
          </a:blip>
          <a:stretch>
            <a:fillRect/>
          </a:stretch>
        </p:blipFill>
        <p:spPr>
          <a:xfrm>
            <a:off x="877125" y="4071077"/>
            <a:ext cx="3065749" cy="1999725"/>
          </a:xfrm>
          <a:prstGeom prst="rect">
            <a:avLst/>
          </a:prstGeom>
          <a:noFill/>
          <a:ln>
            <a:noFill/>
          </a:ln>
        </p:spPr>
      </p:pic>
      <p:sp>
        <p:nvSpPr>
          <p:cNvPr id="143" name="Google Shape;143;g175b9171bdc_0_0"/>
          <p:cNvSpPr txBox="1"/>
          <p:nvPr>
            <p:ph idx="1" type="body"/>
          </p:nvPr>
        </p:nvSpPr>
        <p:spPr>
          <a:xfrm>
            <a:off x="6392475" y="1017275"/>
            <a:ext cx="4422900" cy="5700600"/>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SzPts val="1800"/>
              <a:buChar char="•"/>
            </a:pPr>
            <a:r>
              <a:rPr lang="en-US"/>
              <a:t>CSV file</a:t>
            </a:r>
            <a:endParaRPr/>
          </a:p>
        </p:txBody>
      </p:sp>
      <p:pic>
        <p:nvPicPr>
          <p:cNvPr id="144" name="Google Shape;144;g175b9171bdc_0_0"/>
          <p:cNvPicPr preferRelativeResize="0"/>
          <p:nvPr/>
        </p:nvPicPr>
        <p:blipFill>
          <a:blip r:embed="rId5">
            <a:alphaModFix/>
          </a:blip>
          <a:stretch>
            <a:fillRect/>
          </a:stretch>
        </p:blipFill>
        <p:spPr>
          <a:xfrm>
            <a:off x="5405225" y="1555850"/>
            <a:ext cx="5410151" cy="2333525"/>
          </a:xfrm>
          <a:prstGeom prst="rect">
            <a:avLst/>
          </a:prstGeom>
          <a:noFill/>
          <a:ln>
            <a:noFill/>
          </a:ln>
        </p:spPr>
      </p:pic>
      <p:pic>
        <p:nvPicPr>
          <p:cNvPr id="145" name="Google Shape;145;g175b9171bdc_0_0"/>
          <p:cNvPicPr preferRelativeResize="0"/>
          <p:nvPr/>
        </p:nvPicPr>
        <p:blipFill>
          <a:blip r:embed="rId6">
            <a:alphaModFix/>
          </a:blip>
          <a:stretch>
            <a:fillRect/>
          </a:stretch>
        </p:blipFill>
        <p:spPr>
          <a:xfrm>
            <a:off x="5405225" y="4071075"/>
            <a:ext cx="5410149" cy="172882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g19c7c681167_0_406"/>
          <p:cNvSpPr txBox="1"/>
          <p:nvPr>
            <p:ph type="title"/>
          </p:nvPr>
        </p:nvSpPr>
        <p:spPr>
          <a:xfrm>
            <a:off x="381000" y="200722"/>
            <a:ext cx="11430000" cy="1014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Outcome- Cognitive Presence Modeling</a:t>
            </a:r>
            <a:endParaRPr/>
          </a:p>
        </p:txBody>
      </p:sp>
      <p:pic>
        <p:nvPicPr>
          <p:cNvPr id="151" name="Google Shape;151;g19c7c681167_0_406"/>
          <p:cNvPicPr preferRelativeResize="0"/>
          <p:nvPr/>
        </p:nvPicPr>
        <p:blipFill>
          <a:blip r:embed="rId3">
            <a:alphaModFix/>
          </a:blip>
          <a:stretch>
            <a:fillRect/>
          </a:stretch>
        </p:blipFill>
        <p:spPr>
          <a:xfrm>
            <a:off x="2273975" y="1021900"/>
            <a:ext cx="7275799" cy="2299425"/>
          </a:xfrm>
          <a:prstGeom prst="rect">
            <a:avLst/>
          </a:prstGeom>
          <a:noFill/>
          <a:ln>
            <a:noFill/>
          </a:ln>
        </p:spPr>
      </p:pic>
      <p:pic>
        <p:nvPicPr>
          <p:cNvPr id="152" name="Google Shape;152;g19c7c681167_0_406"/>
          <p:cNvPicPr preferRelativeResize="0"/>
          <p:nvPr/>
        </p:nvPicPr>
        <p:blipFill>
          <a:blip r:embed="rId4">
            <a:alphaModFix/>
          </a:blip>
          <a:stretch>
            <a:fillRect/>
          </a:stretch>
        </p:blipFill>
        <p:spPr>
          <a:xfrm>
            <a:off x="1200288" y="3152926"/>
            <a:ext cx="9791427" cy="1106600"/>
          </a:xfrm>
          <a:prstGeom prst="rect">
            <a:avLst/>
          </a:prstGeom>
          <a:noFill/>
          <a:ln>
            <a:noFill/>
          </a:ln>
        </p:spPr>
      </p:pic>
      <p:sp>
        <p:nvSpPr>
          <p:cNvPr id="153" name="Google Shape;153;g19c7c681167_0_406"/>
          <p:cNvSpPr txBox="1"/>
          <p:nvPr/>
        </p:nvSpPr>
        <p:spPr>
          <a:xfrm>
            <a:off x="381000" y="4398301"/>
            <a:ext cx="82134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800"/>
              <a:buFont typeface="Arial"/>
              <a:buNone/>
            </a:pPr>
            <a:r>
              <a:rPr b="1" lang="en-US" sz="1800">
                <a:solidFill>
                  <a:schemeClr val="dk1"/>
                </a:solidFill>
                <a:latin typeface="Proxima Nova"/>
                <a:ea typeface="Proxima Nova"/>
                <a:cs typeface="Proxima Nova"/>
                <a:sym typeface="Proxima Nova"/>
              </a:rPr>
              <a:t>Challenges  </a:t>
            </a:r>
            <a:endParaRPr b="0" i="0" sz="1800" u="none" cap="none" strike="noStrike">
              <a:solidFill>
                <a:schemeClr val="dk1"/>
              </a:solidFill>
              <a:latin typeface="Proxima Nova"/>
              <a:ea typeface="Proxima Nova"/>
              <a:cs typeface="Proxima Nova"/>
              <a:sym typeface="Proxima Nova"/>
            </a:endParaRPr>
          </a:p>
        </p:txBody>
      </p:sp>
      <p:sp>
        <p:nvSpPr>
          <p:cNvPr id="154" name="Google Shape;154;g19c7c681167_0_406"/>
          <p:cNvSpPr txBox="1"/>
          <p:nvPr/>
        </p:nvSpPr>
        <p:spPr>
          <a:xfrm>
            <a:off x="749350" y="4779300"/>
            <a:ext cx="8622000" cy="18471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SzPts val="1800"/>
              <a:buFont typeface="Proxima Nova"/>
              <a:buChar char="●"/>
            </a:pPr>
            <a:r>
              <a:rPr lang="en-US" sz="1800">
                <a:latin typeface="Proxima Nova"/>
                <a:ea typeface="Proxima Nova"/>
                <a:cs typeface="Proxima Nova"/>
                <a:sym typeface="Proxima Nova"/>
              </a:rPr>
              <a:t>No new Piazza data available to test our saved models</a:t>
            </a:r>
            <a:endParaRPr sz="1800">
              <a:latin typeface="Proxima Nova"/>
              <a:ea typeface="Proxima Nova"/>
              <a:cs typeface="Proxima Nova"/>
              <a:sym typeface="Proxima Nova"/>
            </a:endParaRPr>
          </a:p>
          <a:p>
            <a:pPr indent="-342900" lvl="1" marL="914400" rtl="0" algn="l">
              <a:spcBef>
                <a:spcPts val="0"/>
              </a:spcBef>
              <a:spcAft>
                <a:spcPts val="0"/>
              </a:spcAft>
              <a:buSzPts val="1800"/>
              <a:buFont typeface="Proxima Nova"/>
              <a:buChar char="○"/>
            </a:pPr>
            <a:r>
              <a:rPr lang="en-US" sz="1800">
                <a:latin typeface="Proxima Nova"/>
                <a:ea typeface="Proxima Nova"/>
                <a:cs typeface="Proxima Nova"/>
                <a:sym typeface="Proxima Nova"/>
              </a:rPr>
              <a:t>We’re splitting the existing data into 80:20. </a:t>
            </a:r>
            <a:endParaRPr sz="1800">
              <a:latin typeface="Proxima Nova"/>
              <a:ea typeface="Proxima Nova"/>
              <a:cs typeface="Proxima Nova"/>
              <a:sym typeface="Proxima Nova"/>
            </a:endParaRPr>
          </a:p>
          <a:p>
            <a:pPr indent="-342900" lvl="0" marL="457200" rtl="0" algn="l">
              <a:spcBef>
                <a:spcPts val="0"/>
              </a:spcBef>
              <a:spcAft>
                <a:spcPts val="0"/>
              </a:spcAft>
              <a:buClr>
                <a:schemeClr val="dk1"/>
              </a:buClr>
              <a:buSzPts val="1800"/>
              <a:buFont typeface="Proxima Nova"/>
              <a:buChar char="●"/>
            </a:pPr>
            <a:r>
              <a:rPr lang="en-US" sz="1800">
                <a:latin typeface="Proxima Nova"/>
                <a:ea typeface="Proxima Nova"/>
                <a:cs typeface="Proxima Nova"/>
                <a:sym typeface="Proxima Nova"/>
              </a:rPr>
              <a:t>Assigning the scores was hard</a:t>
            </a:r>
            <a:endParaRPr sz="1800">
              <a:latin typeface="Proxima Nova"/>
              <a:ea typeface="Proxima Nova"/>
              <a:cs typeface="Proxima Nova"/>
              <a:sym typeface="Proxima Nova"/>
            </a:endParaRPr>
          </a:p>
          <a:p>
            <a:pPr indent="-342900" lvl="0" marL="457200" rtl="0" algn="l">
              <a:spcBef>
                <a:spcPts val="0"/>
              </a:spcBef>
              <a:spcAft>
                <a:spcPts val="0"/>
              </a:spcAft>
              <a:buSzPts val="1800"/>
              <a:buFont typeface="Proxima Nova"/>
              <a:buChar char="●"/>
            </a:pPr>
            <a:r>
              <a:rPr lang="en-US" sz="1800">
                <a:latin typeface="Proxima Nova"/>
                <a:ea typeface="Proxima Nova"/>
                <a:cs typeface="Proxima Nova"/>
                <a:sym typeface="Proxima Nova"/>
              </a:rPr>
              <a:t>Since the model was developed by a different team and it wasn’t documented, we had to understand the model from scratch and implement a way to run new data through the model.</a:t>
            </a:r>
            <a:endParaRPr sz="1800">
              <a:latin typeface="Proxima Nova"/>
              <a:ea typeface="Proxima Nova"/>
              <a:cs typeface="Proxima Nova"/>
              <a:sym typeface="Proxima Nov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g19c7c681167_0_516"/>
          <p:cNvSpPr txBox="1"/>
          <p:nvPr>
            <p:ph type="title"/>
          </p:nvPr>
        </p:nvSpPr>
        <p:spPr>
          <a:xfrm>
            <a:off x="381000" y="200722"/>
            <a:ext cx="11430000" cy="1014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Python Script</a:t>
            </a:r>
            <a:endParaRPr/>
          </a:p>
        </p:txBody>
      </p:sp>
      <p:pic>
        <p:nvPicPr>
          <p:cNvPr id="160" name="Google Shape;160;g19c7c681167_0_516"/>
          <p:cNvPicPr preferRelativeResize="0"/>
          <p:nvPr/>
        </p:nvPicPr>
        <p:blipFill>
          <a:blip r:embed="rId3">
            <a:alphaModFix/>
          </a:blip>
          <a:stretch>
            <a:fillRect/>
          </a:stretch>
        </p:blipFill>
        <p:spPr>
          <a:xfrm>
            <a:off x="387350" y="1725024"/>
            <a:ext cx="9346001" cy="2912675"/>
          </a:xfrm>
          <a:prstGeom prst="rect">
            <a:avLst/>
          </a:prstGeom>
          <a:noFill/>
          <a:ln>
            <a:noFill/>
          </a:ln>
        </p:spPr>
      </p:pic>
      <p:pic>
        <p:nvPicPr>
          <p:cNvPr id="161" name="Google Shape;161;g19c7c681167_0_516"/>
          <p:cNvPicPr preferRelativeResize="0"/>
          <p:nvPr/>
        </p:nvPicPr>
        <p:blipFill>
          <a:blip r:embed="rId4">
            <a:alphaModFix/>
          </a:blip>
          <a:stretch>
            <a:fillRect/>
          </a:stretch>
        </p:blipFill>
        <p:spPr>
          <a:xfrm>
            <a:off x="5549325" y="146650"/>
            <a:ext cx="4833224" cy="1449975"/>
          </a:xfrm>
          <a:prstGeom prst="rect">
            <a:avLst/>
          </a:prstGeom>
          <a:noFill/>
          <a:ln>
            <a:noFill/>
          </a:ln>
        </p:spPr>
      </p:pic>
      <p:sp>
        <p:nvSpPr>
          <p:cNvPr id="162" name="Google Shape;162;g19c7c681167_0_516"/>
          <p:cNvSpPr txBox="1"/>
          <p:nvPr/>
        </p:nvSpPr>
        <p:spPr>
          <a:xfrm>
            <a:off x="381000" y="4766101"/>
            <a:ext cx="82134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800"/>
              <a:buFont typeface="Arial"/>
              <a:buNone/>
            </a:pPr>
            <a:r>
              <a:rPr b="1" lang="en-US" sz="1800">
                <a:solidFill>
                  <a:schemeClr val="dk1"/>
                </a:solidFill>
                <a:latin typeface="Proxima Nova"/>
                <a:ea typeface="Proxima Nova"/>
                <a:cs typeface="Proxima Nova"/>
                <a:sym typeface="Proxima Nova"/>
              </a:rPr>
              <a:t>Challenges  </a:t>
            </a:r>
            <a:endParaRPr b="0" i="0" sz="1800" u="none" cap="none" strike="noStrike">
              <a:solidFill>
                <a:schemeClr val="dk1"/>
              </a:solidFill>
              <a:latin typeface="Proxima Nova"/>
              <a:ea typeface="Proxima Nova"/>
              <a:cs typeface="Proxima Nova"/>
              <a:sym typeface="Proxima Nova"/>
            </a:endParaRPr>
          </a:p>
        </p:txBody>
      </p:sp>
      <p:sp>
        <p:nvSpPr>
          <p:cNvPr id="163" name="Google Shape;163;g19c7c681167_0_516"/>
          <p:cNvSpPr txBox="1"/>
          <p:nvPr/>
        </p:nvSpPr>
        <p:spPr>
          <a:xfrm>
            <a:off x="749350" y="5147100"/>
            <a:ext cx="8622000" cy="12930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SzPts val="1800"/>
              <a:buFont typeface="Proxima Nova"/>
              <a:buChar char="●"/>
            </a:pPr>
            <a:r>
              <a:rPr lang="en-US" sz="1800">
                <a:latin typeface="Proxima Nova"/>
                <a:ea typeface="Proxima Nova"/>
                <a:cs typeface="Proxima Nova"/>
                <a:sym typeface="Proxima Nova"/>
              </a:rPr>
              <a:t>Cannot access the API directly</a:t>
            </a:r>
            <a:endParaRPr sz="1800">
              <a:latin typeface="Proxima Nova"/>
              <a:ea typeface="Proxima Nova"/>
              <a:cs typeface="Proxima Nova"/>
              <a:sym typeface="Proxima Nova"/>
            </a:endParaRPr>
          </a:p>
          <a:p>
            <a:pPr indent="-342900" lvl="0" marL="457200" rtl="0" algn="l">
              <a:spcBef>
                <a:spcPts val="0"/>
              </a:spcBef>
              <a:spcAft>
                <a:spcPts val="0"/>
              </a:spcAft>
              <a:buSzPts val="1800"/>
              <a:buFont typeface="Proxima Nova"/>
              <a:buChar char="●"/>
            </a:pPr>
            <a:r>
              <a:rPr lang="en-US" sz="1800">
                <a:latin typeface="Proxima Nova"/>
                <a:ea typeface="Proxima Nova"/>
                <a:cs typeface="Proxima Nova"/>
                <a:sym typeface="Proxima Nova"/>
              </a:rPr>
              <a:t>No new Piazza data available to test our saved models</a:t>
            </a:r>
            <a:endParaRPr sz="1800">
              <a:latin typeface="Proxima Nova"/>
              <a:ea typeface="Proxima Nova"/>
              <a:cs typeface="Proxima Nova"/>
              <a:sym typeface="Proxima Nova"/>
            </a:endParaRPr>
          </a:p>
          <a:p>
            <a:pPr indent="-342900" lvl="1" marL="914400" rtl="0" algn="l">
              <a:spcBef>
                <a:spcPts val="0"/>
              </a:spcBef>
              <a:spcAft>
                <a:spcPts val="0"/>
              </a:spcAft>
              <a:buSzPts val="1800"/>
              <a:buFont typeface="Proxima Nova"/>
              <a:buChar char="○"/>
            </a:pPr>
            <a:r>
              <a:rPr lang="en-US" sz="1800">
                <a:latin typeface="Proxima Nova"/>
                <a:ea typeface="Proxima Nova"/>
                <a:cs typeface="Proxima Nova"/>
                <a:sym typeface="Proxima Nova"/>
              </a:rPr>
              <a:t>We’re splitting the existing data into 80:20. </a:t>
            </a:r>
            <a:endParaRPr sz="1800">
              <a:latin typeface="Proxima Nova"/>
              <a:ea typeface="Proxima Nova"/>
              <a:cs typeface="Proxima Nova"/>
              <a:sym typeface="Proxima Nova"/>
            </a:endParaRPr>
          </a:p>
          <a:p>
            <a:pPr indent="-342900" lvl="0" marL="457200" rtl="0" algn="l">
              <a:spcBef>
                <a:spcPts val="0"/>
              </a:spcBef>
              <a:spcAft>
                <a:spcPts val="0"/>
              </a:spcAft>
              <a:buClr>
                <a:schemeClr val="dk1"/>
              </a:buClr>
              <a:buSzPts val="1800"/>
              <a:buFont typeface="Proxima Nova"/>
              <a:buChar char="●"/>
            </a:pPr>
            <a:r>
              <a:rPr lang="en-US" sz="1800">
                <a:latin typeface="Proxima Nova"/>
                <a:ea typeface="Proxima Nova"/>
                <a:cs typeface="Proxima Nova"/>
                <a:sym typeface="Proxima Nova"/>
              </a:rPr>
              <a:t>Were facing issues running SQL script and connect the database</a:t>
            </a:r>
            <a:endParaRPr sz="1800">
              <a:latin typeface="Proxima Nova"/>
              <a:ea typeface="Proxima Nova"/>
              <a:cs typeface="Proxima Nova"/>
              <a:sym typeface="Proxima Nov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19c7c681167_0_734"/>
          <p:cNvSpPr txBox="1"/>
          <p:nvPr>
            <p:ph idx="1" type="body"/>
          </p:nvPr>
        </p:nvSpPr>
        <p:spPr>
          <a:xfrm>
            <a:off x="381000" y="1114625"/>
            <a:ext cx="11430000" cy="5743500"/>
          </a:xfrm>
          <a:prstGeom prst="rect">
            <a:avLst/>
          </a:prstGeom>
        </p:spPr>
        <p:txBody>
          <a:bodyPr anchorCtr="0" anchor="t" bIns="45700" lIns="91425" spcFirstLastPara="1" rIns="91425" wrap="square" tIns="45700">
            <a:normAutofit fontScale="85000" lnSpcReduction="20000"/>
          </a:bodyPr>
          <a:lstStyle/>
          <a:p>
            <a:pPr indent="-325755" lvl="0" marL="457200" rtl="0" algn="l">
              <a:lnSpc>
                <a:spcPct val="100000"/>
              </a:lnSpc>
              <a:spcBef>
                <a:spcPts val="1000"/>
              </a:spcBef>
              <a:spcAft>
                <a:spcPts val="0"/>
              </a:spcAft>
              <a:buSzPct val="64285"/>
              <a:buChar char="●"/>
            </a:pPr>
            <a:r>
              <a:rPr lang="en-US"/>
              <a:t>Used token matching to separate the list. </a:t>
            </a:r>
            <a:endParaRPr/>
          </a:p>
          <a:p>
            <a:pPr indent="-325755" lvl="0" marL="457200" rtl="0" algn="l">
              <a:lnSpc>
                <a:spcPct val="100000"/>
              </a:lnSpc>
              <a:spcBef>
                <a:spcPts val="0"/>
              </a:spcBef>
              <a:spcAft>
                <a:spcPts val="0"/>
              </a:spcAft>
              <a:buSzPct val="64285"/>
              <a:buChar char="●"/>
            </a:pPr>
            <a:r>
              <a:rPr lang="en-US"/>
              <a:t>Split the answers_data in 80:20 (train:test) and ran topic modeling. </a:t>
            </a:r>
            <a:endParaRPr/>
          </a:p>
          <a:p>
            <a:pPr indent="-325755" lvl="0" marL="457200" rtl="0" algn="l">
              <a:lnSpc>
                <a:spcPct val="100000"/>
              </a:lnSpc>
              <a:spcBef>
                <a:spcPts val="0"/>
              </a:spcBef>
              <a:spcAft>
                <a:spcPts val="0"/>
              </a:spcAft>
              <a:buSzPct val="64285"/>
              <a:buChar char="●"/>
            </a:pPr>
            <a:r>
              <a:rPr lang="en-US"/>
              <a:t>Started with generating distribution using topic modeling</a:t>
            </a:r>
            <a:endParaRPr/>
          </a:p>
          <a:p>
            <a:pPr indent="0" lvl="0" marL="0" rtl="0" algn="l">
              <a:lnSpc>
                <a:spcPct val="100000"/>
              </a:lnSpc>
              <a:spcBef>
                <a:spcPts val="1000"/>
              </a:spcBef>
              <a:spcAft>
                <a:spcPts val="0"/>
              </a:spcAft>
              <a:buNone/>
            </a:pPr>
            <a:r>
              <a:t/>
            </a:r>
            <a:endParaRPr/>
          </a:p>
          <a:p>
            <a:pPr indent="0" lvl="0" marL="0" rtl="0" algn="l">
              <a:lnSpc>
                <a:spcPct val="100000"/>
              </a:lnSpc>
              <a:spcBef>
                <a:spcPts val="1000"/>
              </a:spcBef>
              <a:spcAft>
                <a:spcPts val="0"/>
              </a:spcAft>
              <a:buNone/>
            </a:pPr>
            <a:r>
              <a:t/>
            </a:r>
            <a:endParaRPr/>
          </a:p>
          <a:p>
            <a:pPr indent="0" lvl="0" marL="0" rtl="0" algn="l">
              <a:lnSpc>
                <a:spcPct val="100000"/>
              </a:lnSpc>
              <a:spcBef>
                <a:spcPts val="1000"/>
              </a:spcBef>
              <a:spcAft>
                <a:spcPts val="0"/>
              </a:spcAft>
              <a:buNone/>
            </a:pPr>
            <a:r>
              <a:t/>
            </a:r>
            <a:endParaRPr/>
          </a:p>
          <a:p>
            <a:pPr indent="0" lvl="0" marL="0" rtl="0" algn="l">
              <a:lnSpc>
                <a:spcPct val="100000"/>
              </a:lnSpc>
              <a:spcBef>
                <a:spcPts val="1000"/>
              </a:spcBef>
              <a:spcAft>
                <a:spcPts val="0"/>
              </a:spcAft>
              <a:buNone/>
            </a:pPr>
            <a:r>
              <a:t/>
            </a:r>
            <a:endParaRPr/>
          </a:p>
          <a:p>
            <a:pPr indent="0" lvl="0" marL="457200" rtl="0" algn="l">
              <a:lnSpc>
                <a:spcPct val="100000"/>
              </a:lnSpc>
              <a:spcBef>
                <a:spcPts val="1000"/>
              </a:spcBef>
              <a:spcAft>
                <a:spcPts val="0"/>
              </a:spcAft>
              <a:buNone/>
            </a:pPr>
            <a:r>
              <a:t/>
            </a:r>
            <a:endParaRPr/>
          </a:p>
          <a:p>
            <a:pPr indent="0" lvl="0" marL="457200" rtl="0" algn="l">
              <a:lnSpc>
                <a:spcPct val="100000"/>
              </a:lnSpc>
              <a:spcBef>
                <a:spcPts val="1000"/>
              </a:spcBef>
              <a:spcAft>
                <a:spcPts val="0"/>
              </a:spcAft>
              <a:buNone/>
            </a:pPr>
            <a:r>
              <a:t/>
            </a:r>
            <a:endParaRPr/>
          </a:p>
          <a:p>
            <a:pPr indent="0" lvl="0" marL="457200" rtl="0" algn="l">
              <a:lnSpc>
                <a:spcPct val="100000"/>
              </a:lnSpc>
              <a:spcBef>
                <a:spcPts val="1000"/>
              </a:spcBef>
              <a:spcAft>
                <a:spcPts val="0"/>
              </a:spcAft>
              <a:buNone/>
            </a:pPr>
            <a:r>
              <a:t/>
            </a:r>
            <a:endParaRPr/>
          </a:p>
          <a:p>
            <a:pPr indent="0" lvl="0" marL="457200" rtl="0" algn="l">
              <a:lnSpc>
                <a:spcPct val="100000"/>
              </a:lnSpc>
              <a:spcBef>
                <a:spcPts val="1000"/>
              </a:spcBef>
              <a:spcAft>
                <a:spcPts val="0"/>
              </a:spcAft>
              <a:buClr>
                <a:schemeClr val="dk1"/>
              </a:buClr>
              <a:buSzPct val="39285"/>
              <a:buFont typeface="Arial"/>
              <a:buNone/>
            </a:pPr>
            <a:r>
              <a:rPr lang="en-US"/>
              <a:t>Future Steps: </a:t>
            </a:r>
            <a:endParaRPr/>
          </a:p>
          <a:p>
            <a:pPr indent="-325755" lvl="0" marL="914400" rtl="0" algn="l">
              <a:lnSpc>
                <a:spcPct val="100000"/>
              </a:lnSpc>
              <a:spcBef>
                <a:spcPts val="1000"/>
              </a:spcBef>
              <a:spcAft>
                <a:spcPts val="0"/>
              </a:spcAft>
              <a:buSzPct val="64285"/>
              <a:buChar char="●"/>
            </a:pPr>
            <a:r>
              <a:rPr lang="en-US"/>
              <a:t>Continue with topic distribution on the 10/20/30% answers dataset</a:t>
            </a:r>
            <a:endParaRPr/>
          </a:p>
          <a:p>
            <a:pPr indent="-325755" lvl="0" marL="914400" rtl="0" algn="l">
              <a:lnSpc>
                <a:spcPct val="100000"/>
              </a:lnSpc>
              <a:spcBef>
                <a:spcPts val="0"/>
              </a:spcBef>
              <a:spcAft>
                <a:spcPts val="0"/>
              </a:spcAft>
              <a:buSzPct val="64285"/>
              <a:buChar char="●"/>
            </a:pPr>
            <a:r>
              <a:rPr lang="en-US"/>
              <a:t>Continue with the python script to automate the process </a:t>
            </a:r>
            <a:endParaRPr/>
          </a:p>
          <a:p>
            <a:pPr indent="0" lvl="0" marL="0" rtl="0" algn="l">
              <a:lnSpc>
                <a:spcPct val="100000"/>
              </a:lnSpc>
              <a:spcBef>
                <a:spcPts val="1000"/>
              </a:spcBef>
              <a:spcAft>
                <a:spcPts val="0"/>
              </a:spcAft>
              <a:buNone/>
            </a:pPr>
            <a:r>
              <a:t/>
            </a:r>
            <a:endParaRPr/>
          </a:p>
        </p:txBody>
      </p:sp>
      <p:sp>
        <p:nvSpPr>
          <p:cNvPr id="169" name="Google Shape;169;g19c7c681167_0_734"/>
          <p:cNvSpPr txBox="1"/>
          <p:nvPr>
            <p:ph type="title"/>
          </p:nvPr>
        </p:nvSpPr>
        <p:spPr>
          <a:xfrm>
            <a:off x="381000" y="200722"/>
            <a:ext cx="11430000" cy="1014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Outcomes- </a:t>
            </a:r>
            <a:r>
              <a:rPr lang="en-US"/>
              <a:t>Piazza Feature</a:t>
            </a:r>
            <a:endParaRPr/>
          </a:p>
        </p:txBody>
      </p:sp>
      <p:pic>
        <p:nvPicPr>
          <p:cNvPr id="170" name="Google Shape;170;g19c7c681167_0_734"/>
          <p:cNvPicPr preferRelativeResize="0"/>
          <p:nvPr/>
        </p:nvPicPr>
        <p:blipFill>
          <a:blip r:embed="rId3">
            <a:alphaModFix/>
          </a:blip>
          <a:stretch>
            <a:fillRect/>
          </a:stretch>
        </p:blipFill>
        <p:spPr>
          <a:xfrm>
            <a:off x="430625" y="2781024"/>
            <a:ext cx="9822924" cy="18919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g19c7c681167_0_416"/>
          <p:cNvSpPr txBox="1"/>
          <p:nvPr>
            <p:ph idx="1" type="body"/>
          </p:nvPr>
        </p:nvSpPr>
        <p:spPr>
          <a:xfrm>
            <a:off x="381000" y="1367884"/>
            <a:ext cx="11430000" cy="45963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sz="2400">
                <a:latin typeface="Arial"/>
                <a:ea typeface="Arial"/>
                <a:cs typeface="Arial"/>
                <a:sym typeface="Arial"/>
              </a:rPr>
              <a:t>Wrote a 5-paged Data-Science Team Report for Fall2022</a:t>
            </a:r>
            <a:endParaRPr sz="2400">
              <a:latin typeface="Arial"/>
              <a:ea typeface="Arial"/>
              <a:cs typeface="Arial"/>
              <a:sym typeface="Arial"/>
            </a:endParaRPr>
          </a:p>
          <a:p>
            <a:pPr indent="-317500" lvl="0" marL="457200" rtl="0" algn="l">
              <a:spcBef>
                <a:spcPts val="1000"/>
              </a:spcBef>
              <a:spcAft>
                <a:spcPts val="0"/>
              </a:spcAft>
              <a:buSzPts val="1400"/>
              <a:buFont typeface="Arial"/>
              <a:buChar char="•"/>
            </a:pPr>
            <a:r>
              <a:rPr lang="en-US" sz="2400">
                <a:latin typeface="Arial"/>
                <a:ea typeface="Arial"/>
                <a:cs typeface="Arial"/>
                <a:sym typeface="Arial"/>
              </a:rPr>
              <a:t>Concept documentation</a:t>
            </a:r>
            <a:endParaRPr sz="2400">
              <a:latin typeface="Arial"/>
              <a:ea typeface="Arial"/>
              <a:cs typeface="Arial"/>
              <a:sym typeface="Arial"/>
            </a:endParaRPr>
          </a:p>
          <a:p>
            <a:pPr indent="-317500" lvl="0" marL="457200" rtl="0" algn="l">
              <a:spcBef>
                <a:spcPts val="0"/>
              </a:spcBef>
              <a:spcAft>
                <a:spcPts val="0"/>
              </a:spcAft>
              <a:buSzPts val="1400"/>
              <a:buFont typeface="Arial"/>
              <a:buChar char="•"/>
            </a:pPr>
            <a:r>
              <a:rPr lang="en-US" sz="2400">
                <a:latin typeface="Arial"/>
                <a:ea typeface="Arial"/>
                <a:cs typeface="Arial"/>
                <a:sym typeface="Arial"/>
              </a:rPr>
              <a:t>Modules used</a:t>
            </a:r>
            <a:endParaRPr sz="2400">
              <a:latin typeface="Arial"/>
              <a:ea typeface="Arial"/>
              <a:cs typeface="Arial"/>
              <a:sym typeface="Arial"/>
            </a:endParaRPr>
          </a:p>
          <a:p>
            <a:pPr indent="-317500" lvl="0" marL="457200" rtl="0" algn="l">
              <a:spcBef>
                <a:spcPts val="0"/>
              </a:spcBef>
              <a:spcAft>
                <a:spcPts val="0"/>
              </a:spcAft>
              <a:buSzPts val="1400"/>
              <a:buFont typeface="Arial"/>
              <a:buChar char="•"/>
            </a:pPr>
            <a:r>
              <a:rPr lang="en-US" sz="2400">
                <a:latin typeface="Arial"/>
                <a:ea typeface="Arial"/>
                <a:cs typeface="Arial"/>
                <a:sym typeface="Arial"/>
              </a:rPr>
              <a:t>Code explanation</a:t>
            </a:r>
            <a:endParaRPr sz="2400">
              <a:latin typeface="Arial"/>
              <a:ea typeface="Arial"/>
              <a:cs typeface="Arial"/>
              <a:sym typeface="Arial"/>
            </a:endParaRPr>
          </a:p>
          <a:p>
            <a:pPr indent="-317500" lvl="0" marL="457200" rtl="0" algn="l">
              <a:spcBef>
                <a:spcPts val="0"/>
              </a:spcBef>
              <a:spcAft>
                <a:spcPts val="0"/>
              </a:spcAft>
              <a:buSzPts val="1400"/>
              <a:buFont typeface="Arial"/>
              <a:buChar char="•"/>
            </a:pPr>
            <a:r>
              <a:rPr lang="en-US" sz="2400">
                <a:latin typeface="Arial"/>
                <a:ea typeface="Arial"/>
                <a:cs typeface="Arial"/>
                <a:sym typeface="Arial"/>
              </a:rPr>
              <a:t>Example inputs/outputs</a:t>
            </a:r>
            <a:endParaRPr sz="2400">
              <a:latin typeface="Arial"/>
              <a:ea typeface="Arial"/>
              <a:cs typeface="Arial"/>
              <a:sym typeface="Arial"/>
            </a:endParaRPr>
          </a:p>
          <a:p>
            <a:pPr indent="-317500" lvl="0" marL="457200" rtl="0" algn="l">
              <a:spcBef>
                <a:spcPts val="0"/>
              </a:spcBef>
              <a:spcAft>
                <a:spcPts val="0"/>
              </a:spcAft>
              <a:buSzPts val="1400"/>
              <a:buFont typeface="Arial"/>
              <a:buChar char="•"/>
            </a:pPr>
            <a:r>
              <a:rPr lang="en-US" sz="2400">
                <a:latin typeface="Arial"/>
                <a:ea typeface="Arial"/>
                <a:cs typeface="Arial"/>
                <a:sym typeface="Arial"/>
              </a:rPr>
              <a:t>Challenges/What to do in the future</a:t>
            </a:r>
            <a:endParaRPr sz="2400">
              <a:latin typeface="Arial"/>
              <a:ea typeface="Arial"/>
              <a:cs typeface="Arial"/>
              <a:sym typeface="Arial"/>
            </a:endParaRPr>
          </a:p>
          <a:p>
            <a:pPr indent="0" lvl="0" marL="0" rtl="0" algn="l">
              <a:spcBef>
                <a:spcPts val="1000"/>
              </a:spcBef>
              <a:spcAft>
                <a:spcPts val="0"/>
              </a:spcAft>
              <a:buNone/>
            </a:pPr>
            <a:r>
              <a:t/>
            </a:r>
            <a:endParaRPr sz="2400">
              <a:latin typeface="Arial"/>
              <a:ea typeface="Arial"/>
              <a:cs typeface="Arial"/>
              <a:sym typeface="Arial"/>
            </a:endParaRPr>
          </a:p>
        </p:txBody>
      </p:sp>
      <p:sp>
        <p:nvSpPr>
          <p:cNvPr id="176" name="Google Shape;176;g19c7c681167_0_416"/>
          <p:cNvSpPr txBox="1"/>
          <p:nvPr>
            <p:ph type="title"/>
          </p:nvPr>
        </p:nvSpPr>
        <p:spPr>
          <a:xfrm>
            <a:off x="381000" y="200722"/>
            <a:ext cx="11430000" cy="1014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Outcomes- Data Science Documentation</a:t>
            </a:r>
            <a:endParaRPr/>
          </a:p>
        </p:txBody>
      </p:sp>
      <p:pic>
        <p:nvPicPr>
          <p:cNvPr id="177" name="Google Shape;177;g19c7c681167_0_416"/>
          <p:cNvPicPr preferRelativeResize="0"/>
          <p:nvPr/>
        </p:nvPicPr>
        <p:blipFill>
          <a:blip r:embed="rId3">
            <a:alphaModFix/>
          </a:blip>
          <a:stretch>
            <a:fillRect/>
          </a:stretch>
        </p:blipFill>
        <p:spPr>
          <a:xfrm>
            <a:off x="8437150" y="1378250"/>
            <a:ext cx="3197025" cy="4101500"/>
          </a:xfrm>
          <a:prstGeom prst="rect">
            <a:avLst/>
          </a:prstGeom>
          <a:noFill/>
          <a:ln cap="flat" cmpd="sng" w="38100">
            <a:solidFill>
              <a:srgbClr val="A7934B"/>
            </a:solidFill>
            <a:prstDash val="solid"/>
            <a:round/>
            <a:headEnd len="sm" w="sm" type="none"/>
            <a:tailEnd len="sm" w="sm" type="none"/>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g19ef70213dc_0_3"/>
          <p:cNvSpPr txBox="1"/>
          <p:nvPr>
            <p:ph idx="1" type="body"/>
          </p:nvPr>
        </p:nvSpPr>
        <p:spPr>
          <a:xfrm>
            <a:off x="103675" y="710100"/>
            <a:ext cx="11430000" cy="5700600"/>
          </a:xfrm>
          <a:prstGeom prst="rect">
            <a:avLst/>
          </a:prstGeom>
          <a:noFill/>
          <a:ln>
            <a:noFill/>
          </a:ln>
        </p:spPr>
        <p:txBody>
          <a:bodyPr anchorCtr="0" anchor="t" bIns="45700" lIns="91425" spcFirstLastPara="1" rIns="91425" wrap="square" tIns="45700">
            <a:noAutofit/>
          </a:bodyPr>
          <a:lstStyle/>
          <a:p>
            <a:pPr indent="0" lvl="0" marL="0" rtl="0" algn="l">
              <a:spcBef>
                <a:spcPts val="1000"/>
              </a:spcBef>
              <a:spcAft>
                <a:spcPts val="0"/>
              </a:spcAft>
              <a:buNone/>
            </a:pPr>
            <a:r>
              <a:t/>
            </a:r>
            <a:endParaRPr b="1" sz="2200">
              <a:latin typeface="Arial"/>
              <a:ea typeface="Arial"/>
              <a:cs typeface="Arial"/>
              <a:sym typeface="Arial"/>
            </a:endParaRPr>
          </a:p>
          <a:p>
            <a:pPr indent="-381000" lvl="0" marL="914400" rtl="0" algn="l">
              <a:spcBef>
                <a:spcPts val="1000"/>
              </a:spcBef>
              <a:spcAft>
                <a:spcPts val="0"/>
              </a:spcAft>
              <a:buSzPts val="2400"/>
              <a:buFont typeface="Arial"/>
              <a:buChar char="•"/>
            </a:pPr>
            <a:r>
              <a:rPr b="1" lang="en-US" sz="2400">
                <a:latin typeface="Arial"/>
                <a:ea typeface="Arial"/>
                <a:cs typeface="Arial"/>
                <a:sym typeface="Arial"/>
              </a:rPr>
              <a:t>Topic Modeling</a:t>
            </a:r>
            <a:endParaRPr b="1" sz="2400">
              <a:latin typeface="Arial"/>
              <a:ea typeface="Arial"/>
              <a:cs typeface="Arial"/>
              <a:sym typeface="Arial"/>
            </a:endParaRPr>
          </a:p>
          <a:p>
            <a:pPr indent="-368300" lvl="2" marL="1371600" rtl="0" algn="l">
              <a:spcBef>
                <a:spcPts val="0"/>
              </a:spcBef>
              <a:spcAft>
                <a:spcPts val="0"/>
              </a:spcAft>
              <a:buSzPts val="2200"/>
              <a:buFont typeface="Arial"/>
              <a:buChar char="•"/>
            </a:pPr>
            <a:r>
              <a:rPr lang="en-US" sz="2200">
                <a:latin typeface="Arial"/>
                <a:ea typeface="Arial"/>
                <a:cs typeface="Arial"/>
                <a:sym typeface="Arial"/>
              </a:rPr>
              <a:t>Unsupervised Machine Learning -&gt; some topics are irrelevant to the lecture</a:t>
            </a:r>
            <a:endParaRPr sz="2200">
              <a:latin typeface="Arial"/>
              <a:ea typeface="Arial"/>
              <a:cs typeface="Arial"/>
              <a:sym typeface="Arial"/>
            </a:endParaRPr>
          </a:p>
          <a:p>
            <a:pPr indent="-368300" lvl="2" marL="1371600" rtl="0" algn="l">
              <a:lnSpc>
                <a:spcPct val="115000"/>
              </a:lnSpc>
              <a:spcBef>
                <a:spcPts val="0"/>
              </a:spcBef>
              <a:spcAft>
                <a:spcPts val="0"/>
              </a:spcAft>
              <a:buSzPts val="2200"/>
              <a:buFont typeface="Arial"/>
              <a:buChar char="•"/>
            </a:pPr>
            <a:r>
              <a:rPr lang="en-US" sz="2200">
                <a:latin typeface="Arial"/>
                <a:ea typeface="Arial"/>
                <a:cs typeface="Arial"/>
                <a:sym typeface="Arial"/>
              </a:rPr>
              <a:t>Accuracy problem (need more data)</a:t>
            </a:r>
            <a:endParaRPr sz="2200">
              <a:latin typeface="Arial"/>
              <a:ea typeface="Arial"/>
              <a:cs typeface="Arial"/>
              <a:sym typeface="Arial"/>
            </a:endParaRPr>
          </a:p>
          <a:p>
            <a:pPr indent="0" lvl="0" marL="1371600" rtl="0" algn="l">
              <a:lnSpc>
                <a:spcPct val="115000"/>
              </a:lnSpc>
              <a:spcBef>
                <a:spcPts val="0"/>
              </a:spcBef>
              <a:spcAft>
                <a:spcPts val="0"/>
              </a:spcAft>
              <a:buNone/>
            </a:pPr>
            <a:r>
              <a:t/>
            </a:r>
            <a:endParaRPr sz="2200">
              <a:latin typeface="Arial"/>
              <a:ea typeface="Arial"/>
              <a:cs typeface="Arial"/>
              <a:sym typeface="Arial"/>
            </a:endParaRPr>
          </a:p>
          <a:p>
            <a:pPr indent="-381000" lvl="1" marL="914400" rtl="0" algn="l">
              <a:lnSpc>
                <a:spcPct val="115000"/>
              </a:lnSpc>
              <a:spcBef>
                <a:spcPts val="0"/>
              </a:spcBef>
              <a:spcAft>
                <a:spcPts val="0"/>
              </a:spcAft>
              <a:buSzPts val="2400"/>
              <a:buChar char="•"/>
            </a:pPr>
            <a:r>
              <a:rPr b="1" lang="en-US">
                <a:latin typeface="Arial"/>
                <a:ea typeface="Arial"/>
                <a:cs typeface="Arial"/>
                <a:sym typeface="Arial"/>
              </a:rPr>
              <a:t>Aspect Based Sentiment Analysis</a:t>
            </a:r>
            <a:endParaRPr b="1">
              <a:latin typeface="Arial"/>
              <a:ea typeface="Arial"/>
              <a:cs typeface="Arial"/>
              <a:sym typeface="Arial"/>
            </a:endParaRPr>
          </a:p>
          <a:p>
            <a:pPr indent="0" lvl="0" marL="914400" rtl="0" algn="l">
              <a:lnSpc>
                <a:spcPct val="115000"/>
              </a:lnSpc>
              <a:spcBef>
                <a:spcPts val="0"/>
              </a:spcBef>
              <a:spcAft>
                <a:spcPts val="0"/>
              </a:spcAft>
              <a:buNone/>
            </a:pPr>
            <a:r>
              <a:t/>
            </a:r>
            <a:endParaRPr b="1" sz="2200">
              <a:latin typeface="Arial"/>
              <a:ea typeface="Arial"/>
              <a:cs typeface="Arial"/>
              <a:sym typeface="Arial"/>
            </a:endParaRPr>
          </a:p>
          <a:p>
            <a:pPr indent="-381000" lvl="1" marL="914400" rtl="0" algn="l">
              <a:lnSpc>
                <a:spcPct val="115000"/>
              </a:lnSpc>
              <a:spcBef>
                <a:spcPts val="0"/>
              </a:spcBef>
              <a:spcAft>
                <a:spcPts val="0"/>
              </a:spcAft>
              <a:buSzPts val="2400"/>
              <a:buChar char="•"/>
            </a:pPr>
            <a:r>
              <a:rPr b="1" lang="en-US">
                <a:latin typeface="Arial"/>
                <a:ea typeface="Arial"/>
                <a:cs typeface="Arial"/>
                <a:sym typeface="Arial"/>
              </a:rPr>
              <a:t>Pipeline of getting Piazza data as a .csv file</a:t>
            </a:r>
            <a:endParaRPr b="1">
              <a:latin typeface="Arial"/>
              <a:ea typeface="Arial"/>
              <a:cs typeface="Arial"/>
              <a:sym typeface="Arial"/>
            </a:endParaRPr>
          </a:p>
          <a:p>
            <a:pPr indent="-368300" lvl="2" marL="1371600" rtl="0" algn="l">
              <a:lnSpc>
                <a:spcPct val="115000"/>
              </a:lnSpc>
              <a:spcBef>
                <a:spcPts val="0"/>
              </a:spcBef>
              <a:spcAft>
                <a:spcPts val="0"/>
              </a:spcAft>
              <a:buSzPts val="2200"/>
              <a:buChar char="•"/>
            </a:pPr>
            <a:r>
              <a:rPr lang="en-US" sz="2200">
                <a:latin typeface="Arial"/>
                <a:ea typeface="Arial"/>
                <a:cs typeface="Arial"/>
                <a:sym typeface="Arial"/>
              </a:rPr>
              <a:t>Could only test with test Piazza page that we have credentials with</a:t>
            </a:r>
            <a:endParaRPr sz="2200">
              <a:latin typeface="Arial"/>
              <a:ea typeface="Arial"/>
              <a:cs typeface="Arial"/>
              <a:sym typeface="Arial"/>
            </a:endParaRPr>
          </a:p>
          <a:p>
            <a:pPr indent="0" lvl="0" marL="1371600" rtl="0" algn="l">
              <a:lnSpc>
                <a:spcPct val="115000"/>
              </a:lnSpc>
              <a:spcBef>
                <a:spcPts val="0"/>
              </a:spcBef>
              <a:spcAft>
                <a:spcPts val="0"/>
              </a:spcAft>
              <a:buNone/>
            </a:pPr>
            <a:r>
              <a:t/>
            </a:r>
            <a:endParaRPr sz="2200">
              <a:latin typeface="Arial"/>
              <a:ea typeface="Arial"/>
              <a:cs typeface="Arial"/>
              <a:sym typeface="Arial"/>
            </a:endParaRPr>
          </a:p>
          <a:p>
            <a:pPr indent="-381000" lvl="0" marL="914400" rtl="0" algn="l">
              <a:spcBef>
                <a:spcPts val="1000"/>
              </a:spcBef>
              <a:spcAft>
                <a:spcPts val="0"/>
              </a:spcAft>
              <a:buSzPts val="2400"/>
              <a:buChar char="•"/>
            </a:pPr>
            <a:r>
              <a:rPr b="1" lang="en-US" sz="2400">
                <a:latin typeface="Arial"/>
                <a:ea typeface="Arial"/>
                <a:cs typeface="Arial"/>
                <a:sym typeface="Arial"/>
              </a:rPr>
              <a:t>What we learned</a:t>
            </a:r>
            <a:endParaRPr sz="2200">
              <a:latin typeface="Arial"/>
              <a:ea typeface="Arial"/>
              <a:cs typeface="Arial"/>
              <a:sym typeface="Arial"/>
            </a:endParaRPr>
          </a:p>
          <a:p>
            <a:pPr indent="-368300" lvl="1" marL="1371600" rtl="0" algn="l">
              <a:spcBef>
                <a:spcPts val="0"/>
              </a:spcBef>
              <a:spcAft>
                <a:spcPts val="0"/>
              </a:spcAft>
              <a:buSzPts val="2200"/>
              <a:buChar char="•"/>
            </a:pPr>
            <a:r>
              <a:rPr lang="en-US" sz="2200">
                <a:highlight>
                  <a:srgbClr val="FDFDFD"/>
                </a:highlight>
                <a:latin typeface="Arial"/>
                <a:ea typeface="Arial"/>
                <a:cs typeface="Arial"/>
                <a:sym typeface="Arial"/>
              </a:rPr>
              <a:t>Not only solving technical issues, thinking at the perspective of real users makes a better product</a:t>
            </a:r>
            <a:endParaRPr b="1" sz="2200">
              <a:latin typeface="Arial"/>
              <a:ea typeface="Arial"/>
              <a:cs typeface="Arial"/>
              <a:sym typeface="Arial"/>
            </a:endParaRPr>
          </a:p>
        </p:txBody>
      </p:sp>
      <p:sp>
        <p:nvSpPr>
          <p:cNvPr id="183" name="Google Shape;183;g19ef70213dc_0_3"/>
          <p:cNvSpPr txBox="1"/>
          <p:nvPr>
            <p:ph type="title"/>
          </p:nvPr>
        </p:nvSpPr>
        <p:spPr>
          <a:xfrm>
            <a:off x="381000" y="-3"/>
            <a:ext cx="11430000" cy="1014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Challenges and Learnings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19c7c681167_0_511"/>
          <p:cNvSpPr txBox="1"/>
          <p:nvPr>
            <p:ph idx="1" type="body"/>
          </p:nvPr>
        </p:nvSpPr>
        <p:spPr>
          <a:xfrm>
            <a:off x="533400" y="1367884"/>
            <a:ext cx="11430000" cy="45963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b="1" lang="en-US">
                <a:latin typeface="Arial"/>
                <a:ea typeface="Arial"/>
                <a:cs typeface="Arial"/>
                <a:sym typeface="Arial"/>
              </a:rPr>
              <a:t>Piazza Feature Analysis</a:t>
            </a:r>
            <a:endParaRPr b="1">
              <a:latin typeface="Arial"/>
              <a:ea typeface="Arial"/>
              <a:cs typeface="Arial"/>
              <a:sym typeface="Arial"/>
            </a:endParaRPr>
          </a:p>
          <a:p>
            <a:pPr indent="-381000" lvl="0" marL="457200" rtl="0" algn="l">
              <a:spcBef>
                <a:spcPts val="1000"/>
              </a:spcBef>
              <a:spcAft>
                <a:spcPts val="0"/>
              </a:spcAft>
              <a:buSzPts val="2400"/>
              <a:buFont typeface="Arial"/>
              <a:buChar char="•"/>
            </a:pPr>
            <a:r>
              <a:rPr lang="en-US" sz="2400">
                <a:latin typeface="Arial"/>
                <a:ea typeface="Arial"/>
                <a:cs typeface="Arial"/>
                <a:sym typeface="Arial"/>
              </a:rPr>
              <a:t>Topic Modeling using LDA+Bert is already implemented for the future team.</a:t>
            </a:r>
            <a:endParaRPr sz="2400">
              <a:latin typeface="Arial"/>
              <a:ea typeface="Arial"/>
              <a:cs typeface="Arial"/>
              <a:sym typeface="Arial"/>
            </a:endParaRPr>
          </a:p>
          <a:p>
            <a:pPr indent="-381000" lvl="0" marL="457200" rtl="0" algn="l">
              <a:spcBef>
                <a:spcPts val="0"/>
              </a:spcBef>
              <a:spcAft>
                <a:spcPts val="0"/>
              </a:spcAft>
              <a:buSzPts val="2400"/>
              <a:buFont typeface="Arial"/>
              <a:buChar char="•"/>
            </a:pPr>
            <a:r>
              <a:rPr lang="en-US" sz="2400">
                <a:latin typeface="Arial"/>
                <a:ea typeface="Arial"/>
                <a:cs typeface="Arial"/>
                <a:sym typeface="Arial"/>
              </a:rPr>
              <a:t>Training and Testing on a different split.</a:t>
            </a:r>
            <a:endParaRPr sz="2400">
              <a:latin typeface="Arial"/>
              <a:ea typeface="Arial"/>
              <a:cs typeface="Arial"/>
              <a:sym typeface="Arial"/>
            </a:endParaRPr>
          </a:p>
          <a:p>
            <a:pPr indent="-381000" lvl="0" marL="457200" rtl="0" algn="l">
              <a:spcBef>
                <a:spcPts val="0"/>
              </a:spcBef>
              <a:spcAft>
                <a:spcPts val="0"/>
              </a:spcAft>
              <a:buSzPts val="2400"/>
              <a:buFont typeface="Arial"/>
              <a:buChar char="•"/>
            </a:pPr>
            <a:r>
              <a:rPr lang="en-US" sz="2400">
                <a:latin typeface="Arial"/>
                <a:ea typeface="Arial"/>
                <a:cs typeface="Arial"/>
                <a:sym typeface="Arial"/>
              </a:rPr>
              <a:t>Implement a fully functional feature that could be added to Piazza for large classes </a:t>
            </a:r>
            <a:endParaRPr b="1">
              <a:latin typeface="Arial"/>
              <a:ea typeface="Arial"/>
              <a:cs typeface="Arial"/>
              <a:sym typeface="Arial"/>
            </a:endParaRPr>
          </a:p>
          <a:p>
            <a:pPr indent="0" lvl="0" marL="0" rtl="0" algn="l">
              <a:spcBef>
                <a:spcPts val="1000"/>
              </a:spcBef>
              <a:spcAft>
                <a:spcPts val="0"/>
              </a:spcAft>
              <a:buNone/>
            </a:pPr>
            <a:r>
              <a:rPr b="1" lang="en-US">
                <a:latin typeface="Arial"/>
                <a:ea typeface="Arial"/>
                <a:cs typeface="Arial"/>
                <a:sym typeface="Arial"/>
              </a:rPr>
              <a:t>Improve Topic Modeling &amp; ABSA models</a:t>
            </a:r>
            <a:endParaRPr b="1">
              <a:latin typeface="Arial"/>
              <a:ea typeface="Arial"/>
              <a:cs typeface="Arial"/>
              <a:sym typeface="Arial"/>
            </a:endParaRPr>
          </a:p>
          <a:p>
            <a:pPr indent="-381000" lvl="0" marL="457200" rtl="0" algn="l">
              <a:spcBef>
                <a:spcPts val="1000"/>
              </a:spcBef>
              <a:spcAft>
                <a:spcPts val="0"/>
              </a:spcAft>
              <a:buSzPts val="2400"/>
              <a:buFont typeface="Arial"/>
              <a:buChar char="•"/>
            </a:pPr>
            <a:r>
              <a:rPr lang="en-US" sz="2400">
                <a:latin typeface="Arial"/>
                <a:ea typeface="Arial"/>
                <a:cs typeface="Arial"/>
                <a:sym typeface="Arial"/>
              </a:rPr>
              <a:t>Improve accuracy for Topic Modeling: try supervised Machine Learning</a:t>
            </a:r>
            <a:endParaRPr sz="2400">
              <a:latin typeface="Arial"/>
              <a:ea typeface="Arial"/>
              <a:cs typeface="Arial"/>
              <a:sym typeface="Arial"/>
            </a:endParaRPr>
          </a:p>
          <a:p>
            <a:pPr indent="-381000" lvl="0" marL="457200" rtl="0" algn="l">
              <a:spcBef>
                <a:spcPts val="0"/>
              </a:spcBef>
              <a:spcAft>
                <a:spcPts val="0"/>
              </a:spcAft>
              <a:buSzPts val="2400"/>
              <a:buFont typeface="Arial"/>
              <a:buChar char="•"/>
            </a:pPr>
            <a:r>
              <a:rPr lang="en-US" sz="2400">
                <a:latin typeface="Arial"/>
                <a:ea typeface="Arial"/>
                <a:cs typeface="Arial"/>
                <a:sym typeface="Arial"/>
              </a:rPr>
              <a:t>Improve accuracy for ABSA: reduce data pre-processing or try different modules</a:t>
            </a:r>
            <a:endParaRPr sz="2400">
              <a:latin typeface="Arial"/>
              <a:ea typeface="Arial"/>
              <a:cs typeface="Arial"/>
              <a:sym typeface="Arial"/>
            </a:endParaRPr>
          </a:p>
          <a:p>
            <a:pPr indent="-381000" lvl="0" marL="457200" rtl="0" algn="l">
              <a:spcBef>
                <a:spcPts val="0"/>
              </a:spcBef>
              <a:spcAft>
                <a:spcPts val="0"/>
              </a:spcAft>
              <a:buSzPts val="2400"/>
              <a:buFont typeface="Arial"/>
              <a:buChar char="•"/>
            </a:pPr>
            <a:r>
              <a:rPr lang="en-US" sz="2400">
                <a:latin typeface="Arial"/>
                <a:ea typeface="Arial"/>
                <a:cs typeface="Arial"/>
                <a:sym typeface="Arial"/>
              </a:rPr>
              <a:t>Test the models with other datasets from other courses</a:t>
            </a:r>
            <a:endParaRPr sz="2400">
              <a:latin typeface="Arial"/>
              <a:ea typeface="Arial"/>
              <a:cs typeface="Arial"/>
              <a:sym typeface="Arial"/>
            </a:endParaRPr>
          </a:p>
          <a:p>
            <a:pPr indent="0" lvl="0" marL="0" rtl="0" algn="l">
              <a:spcBef>
                <a:spcPts val="1000"/>
              </a:spcBef>
              <a:spcAft>
                <a:spcPts val="0"/>
              </a:spcAft>
              <a:buNone/>
            </a:pPr>
            <a:r>
              <a:rPr b="1" lang="en-US">
                <a:latin typeface="Arial"/>
                <a:ea typeface="Arial"/>
                <a:cs typeface="Arial"/>
                <a:sym typeface="Arial"/>
              </a:rPr>
              <a:t>Explore a new </a:t>
            </a:r>
            <a:r>
              <a:rPr b="1" lang="en-US">
                <a:latin typeface="Arial"/>
                <a:ea typeface="Arial"/>
                <a:cs typeface="Arial"/>
                <a:sym typeface="Arial"/>
              </a:rPr>
              <a:t>research</a:t>
            </a:r>
            <a:r>
              <a:rPr b="1" lang="en-US">
                <a:latin typeface="Arial"/>
                <a:ea typeface="Arial"/>
                <a:cs typeface="Arial"/>
                <a:sym typeface="Arial"/>
              </a:rPr>
              <a:t> area in education space </a:t>
            </a:r>
            <a:endParaRPr sz="2400">
              <a:latin typeface="Arial"/>
              <a:ea typeface="Arial"/>
              <a:cs typeface="Arial"/>
              <a:sym typeface="Arial"/>
            </a:endParaRPr>
          </a:p>
        </p:txBody>
      </p:sp>
      <p:sp>
        <p:nvSpPr>
          <p:cNvPr id="189" name="Google Shape;189;g19c7c681167_0_511"/>
          <p:cNvSpPr txBox="1"/>
          <p:nvPr>
            <p:ph type="title"/>
          </p:nvPr>
        </p:nvSpPr>
        <p:spPr>
          <a:xfrm>
            <a:off x="381000" y="200722"/>
            <a:ext cx="11430000" cy="1014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Future Steps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g1990b24d581_0_15"/>
          <p:cNvSpPr txBox="1"/>
          <p:nvPr>
            <p:ph idx="1" type="body"/>
          </p:nvPr>
        </p:nvSpPr>
        <p:spPr>
          <a:xfrm>
            <a:off x="381000" y="1215471"/>
            <a:ext cx="11430000" cy="5088300"/>
          </a:xfrm>
          <a:prstGeom prst="rect">
            <a:avLst/>
          </a:prstGeom>
          <a:noFill/>
          <a:ln>
            <a:noFill/>
          </a:ln>
        </p:spPr>
        <p:txBody>
          <a:bodyPr anchorCtr="0" anchor="t" bIns="45700" lIns="91425" spcFirstLastPara="1" rIns="91425" wrap="square" tIns="45700">
            <a:noAutofit/>
          </a:bodyPr>
          <a:lstStyle/>
          <a:p>
            <a:pPr indent="-342900" lvl="0" marL="457200" rtl="0" algn="l">
              <a:lnSpc>
                <a:spcPct val="115000"/>
              </a:lnSpc>
              <a:spcBef>
                <a:spcPts val="1000"/>
              </a:spcBef>
              <a:spcAft>
                <a:spcPts val="0"/>
              </a:spcAft>
              <a:buSzPts val="1800"/>
              <a:buChar char="●"/>
            </a:pPr>
            <a:r>
              <a:rPr b="1" lang="en-US"/>
              <a:t>What we did well?</a:t>
            </a:r>
            <a:endParaRPr b="1"/>
          </a:p>
          <a:p>
            <a:pPr indent="-342900" lvl="1" marL="914400" rtl="0" algn="l">
              <a:lnSpc>
                <a:spcPct val="115000"/>
              </a:lnSpc>
              <a:spcBef>
                <a:spcPts val="500"/>
              </a:spcBef>
              <a:spcAft>
                <a:spcPts val="0"/>
              </a:spcAft>
              <a:buSzPts val="1800"/>
              <a:buChar char="•"/>
            </a:pPr>
            <a:r>
              <a:rPr lang="en-US"/>
              <a:t>Built a solid pipeline from Piazza -&gt; Machine Learning Model -&gt; Dashboard</a:t>
            </a:r>
            <a:endParaRPr/>
          </a:p>
          <a:p>
            <a:pPr indent="-342900" lvl="1" marL="914400" rtl="0" algn="l">
              <a:lnSpc>
                <a:spcPct val="115000"/>
              </a:lnSpc>
              <a:spcBef>
                <a:spcPts val="500"/>
              </a:spcBef>
              <a:spcAft>
                <a:spcPts val="0"/>
              </a:spcAft>
              <a:buSzPts val="1800"/>
              <a:buChar char="•"/>
            </a:pPr>
            <a:r>
              <a:rPr lang="en-US"/>
              <a:t>Solid documentation for future members</a:t>
            </a:r>
            <a:endParaRPr/>
          </a:p>
          <a:p>
            <a:pPr indent="-342900" lvl="1" marL="914400" rtl="0" algn="l">
              <a:lnSpc>
                <a:spcPct val="115000"/>
              </a:lnSpc>
              <a:spcBef>
                <a:spcPts val="500"/>
              </a:spcBef>
              <a:spcAft>
                <a:spcPts val="0"/>
              </a:spcAft>
              <a:buSzPts val="1800"/>
              <a:buChar char="•"/>
            </a:pPr>
            <a:r>
              <a:rPr lang="en-US"/>
              <a:t>Every team member actively participated in weekly sub-sub team meetings and helped each other</a:t>
            </a:r>
            <a:endParaRPr/>
          </a:p>
          <a:p>
            <a:pPr indent="-342900" lvl="0" marL="457200" rtl="0" algn="l">
              <a:lnSpc>
                <a:spcPct val="115000"/>
              </a:lnSpc>
              <a:spcBef>
                <a:spcPts val="1000"/>
              </a:spcBef>
              <a:spcAft>
                <a:spcPts val="0"/>
              </a:spcAft>
              <a:buSzPts val="1800"/>
              <a:buChar char="●"/>
            </a:pPr>
            <a:r>
              <a:rPr b="1" lang="en-US"/>
              <a:t>What could have been done differently/better?</a:t>
            </a:r>
            <a:endParaRPr b="1"/>
          </a:p>
          <a:p>
            <a:pPr indent="-342900" lvl="1" marL="914400" rtl="0" algn="l">
              <a:lnSpc>
                <a:spcPct val="115000"/>
              </a:lnSpc>
              <a:spcBef>
                <a:spcPts val="500"/>
              </a:spcBef>
              <a:spcAft>
                <a:spcPts val="0"/>
              </a:spcAft>
              <a:buSzPts val="1800"/>
              <a:buChar char="•"/>
            </a:pPr>
            <a:r>
              <a:rPr lang="en-US"/>
              <a:t>We could have done code review together after building a model to get more accurate/faster results</a:t>
            </a:r>
            <a:endParaRPr/>
          </a:p>
          <a:p>
            <a:pPr indent="-342900" lvl="1" marL="914400" rtl="0" algn="l">
              <a:lnSpc>
                <a:spcPct val="115000"/>
              </a:lnSpc>
              <a:spcBef>
                <a:spcPts val="500"/>
              </a:spcBef>
              <a:spcAft>
                <a:spcPts val="0"/>
              </a:spcAft>
              <a:buSzPts val="1800"/>
              <a:buChar char="•"/>
            </a:pPr>
            <a:r>
              <a:rPr lang="en-US"/>
              <a:t>A well-defined timeline could have been helpful in achieving all the goals</a:t>
            </a:r>
            <a:endParaRPr/>
          </a:p>
          <a:p>
            <a:pPr indent="0" lvl="0" marL="0" rtl="0" algn="l">
              <a:lnSpc>
                <a:spcPct val="115000"/>
              </a:lnSpc>
              <a:spcBef>
                <a:spcPts val="1000"/>
              </a:spcBef>
              <a:spcAft>
                <a:spcPts val="0"/>
              </a:spcAft>
              <a:buSzPts val="1800"/>
              <a:buNone/>
            </a:pPr>
            <a:r>
              <a:t/>
            </a:r>
            <a:endParaRPr>
              <a:solidFill>
                <a:srgbClr val="000000"/>
              </a:solidFill>
            </a:endParaRPr>
          </a:p>
        </p:txBody>
      </p:sp>
      <p:sp>
        <p:nvSpPr>
          <p:cNvPr id="195" name="Google Shape;195;g1990b24d581_0_15"/>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Reflections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gefbeba6a1c_0_34"/>
          <p:cNvSpPr txBox="1"/>
          <p:nvPr>
            <p:ph idx="4294967295" type="title"/>
          </p:nvPr>
        </p:nvSpPr>
        <p:spPr>
          <a:xfrm>
            <a:off x="381000" y="2921547"/>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sz="7000"/>
              <a:t>Web Development</a:t>
            </a:r>
            <a:endParaRPr sz="70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g1990b24d581_0_5"/>
          <p:cNvSpPr txBox="1"/>
          <p:nvPr>
            <p:ph type="title"/>
          </p:nvPr>
        </p:nvSpPr>
        <p:spPr>
          <a:xfrm>
            <a:off x="381000" y="-3"/>
            <a:ext cx="11430000" cy="1014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Outcomes - Web Application</a:t>
            </a:r>
            <a:endParaRPr/>
          </a:p>
        </p:txBody>
      </p:sp>
      <p:pic>
        <p:nvPicPr>
          <p:cNvPr id="206" name="Google Shape;206;g1990b24d581_0_5"/>
          <p:cNvPicPr preferRelativeResize="0"/>
          <p:nvPr/>
        </p:nvPicPr>
        <p:blipFill>
          <a:blip r:embed="rId3">
            <a:alphaModFix/>
          </a:blip>
          <a:stretch>
            <a:fillRect/>
          </a:stretch>
        </p:blipFill>
        <p:spPr>
          <a:xfrm>
            <a:off x="48300" y="953850"/>
            <a:ext cx="5030602" cy="3338599"/>
          </a:xfrm>
          <a:prstGeom prst="rect">
            <a:avLst/>
          </a:prstGeom>
          <a:noFill/>
          <a:ln>
            <a:noFill/>
          </a:ln>
        </p:spPr>
      </p:pic>
      <p:pic>
        <p:nvPicPr>
          <p:cNvPr id="207" name="Google Shape;207;g1990b24d581_0_5"/>
          <p:cNvPicPr preferRelativeResize="0"/>
          <p:nvPr/>
        </p:nvPicPr>
        <p:blipFill>
          <a:blip r:embed="rId4">
            <a:alphaModFix/>
          </a:blip>
          <a:stretch>
            <a:fillRect/>
          </a:stretch>
        </p:blipFill>
        <p:spPr>
          <a:xfrm>
            <a:off x="6798525" y="1732171"/>
            <a:ext cx="2104225" cy="1082350"/>
          </a:xfrm>
          <a:prstGeom prst="rect">
            <a:avLst/>
          </a:prstGeom>
          <a:noFill/>
          <a:ln>
            <a:noFill/>
          </a:ln>
        </p:spPr>
      </p:pic>
      <p:pic>
        <p:nvPicPr>
          <p:cNvPr id="208" name="Google Shape;208;g1990b24d581_0_5"/>
          <p:cNvPicPr preferRelativeResize="0"/>
          <p:nvPr/>
        </p:nvPicPr>
        <p:blipFill>
          <a:blip r:embed="rId5">
            <a:alphaModFix/>
          </a:blip>
          <a:stretch>
            <a:fillRect/>
          </a:stretch>
        </p:blipFill>
        <p:spPr>
          <a:xfrm>
            <a:off x="5347150" y="1599381"/>
            <a:ext cx="1082350" cy="1082350"/>
          </a:xfrm>
          <a:prstGeom prst="rect">
            <a:avLst/>
          </a:prstGeom>
          <a:noFill/>
          <a:ln>
            <a:noFill/>
          </a:ln>
        </p:spPr>
      </p:pic>
      <p:pic>
        <p:nvPicPr>
          <p:cNvPr id="209" name="Google Shape;209;g1990b24d581_0_5"/>
          <p:cNvPicPr preferRelativeResize="0"/>
          <p:nvPr/>
        </p:nvPicPr>
        <p:blipFill>
          <a:blip r:embed="rId6">
            <a:alphaModFix/>
          </a:blip>
          <a:stretch>
            <a:fillRect/>
          </a:stretch>
        </p:blipFill>
        <p:spPr>
          <a:xfrm>
            <a:off x="1123550" y="4754325"/>
            <a:ext cx="2372800" cy="1679625"/>
          </a:xfrm>
          <a:prstGeom prst="rect">
            <a:avLst/>
          </a:prstGeom>
          <a:noFill/>
          <a:ln>
            <a:noFill/>
          </a:ln>
        </p:spPr>
      </p:pic>
      <p:pic>
        <p:nvPicPr>
          <p:cNvPr id="210" name="Google Shape;210;g1990b24d581_0_5"/>
          <p:cNvPicPr preferRelativeResize="0"/>
          <p:nvPr/>
        </p:nvPicPr>
        <p:blipFill>
          <a:blip r:embed="rId7">
            <a:alphaModFix/>
          </a:blip>
          <a:stretch>
            <a:fillRect/>
          </a:stretch>
        </p:blipFill>
        <p:spPr>
          <a:xfrm>
            <a:off x="3601800" y="4886913"/>
            <a:ext cx="1414450" cy="1414450"/>
          </a:xfrm>
          <a:prstGeom prst="rect">
            <a:avLst/>
          </a:prstGeom>
          <a:noFill/>
          <a:ln>
            <a:noFill/>
          </a:ln>
        </p:spPr>
      </p:pic>
      <p:pic>
        <p:nvPicPr>
          <p:cNvPr id="211" name="Google Shape;211;g1990b24d581_0_5"/>
          <p:cNvPicPr preferRelativeResize="0"/>
          <p:nvPr/>
        </p:nvPicPr>
        <p:blipFill>
          <a:blip r:embed="rId8">
            <a:alphaModFix/>
          </a:blip>
          <a:stretch>
            <a:fillRect/>
          </a:stretch>
        </p:blipFill>
        <p:spPr>
          <a:xfrm>
            <a:off x="5149851" y="3519400"/>
            <a:ext cx="7005599" cy="333860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g19b2debd8c3_0_6"/>
          <p:cNvSpPr txBox="1"/>
          <p:nvPr>
            <p:ph type="title"/>
          </p:nvPr>
        </p:nvSpPr>
        <p:spPr>
          <a:xfrm>
            <a:off x="381000" y="200722"/>
            <a:ext cx="11430000" cy="1014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Outcomes - Web Application</a:t>
            </a:r>
            <a:endParaRPr/>
          </a:p>
        </p:txBody>
      </p:sp>
      <p:pic>
        <p:nvPicPr>
          <p:cNvPr id="217" name="Google Shape;217;g19b2debd8c3_0_6"/>
          <p:cNvPicPr preferRelativeResize="0"/>
          <p:nvPr/>
        </p:nvPicPr>
        <p:blipFill rotWithShape="1">
          <a:blip r:embed="rId3">
            <a:alphaModFix/>
          </a:blip>
          <a:srcRect b="-159403" l="0" r="-99123" t="0"/>
          <a:stretch/>
        </p:blipFill>
        <p:spPr>
          <a:xfrm>
            <a:off x="144900" y="1122875"/>
            <a:ext cx="9671974" cy="8323224"/>
          </a:xfrm>
          <a:prstGeom prst="rect">
            <a:avLst/>
          </a:prstGeom>
          <a:noFill/>
          <a:ln>
            <a:noFill/>
          </a:ln>
        </p:spPr>
      </p:pic>
      <p:pic>
        <p:nvPicPr>
          <p:cNvPr id="218" name="Google Shape;218;g19b2debd8c3_0_6"/>
          <p:cNvPicPr preferRelativeResize="0"/>
          <p:nvPr/>
        </p:nvPicPr>
        <p:blipFill>
          <a:blip r:embed="rId4">
            <a:alphaModFix/>
          </a:blip>
          <a:stretch>
            <a:fillRect/>
          </a:stretch>
        </p:blipFill>
        <p:spPr>
          <a:xfrm>
            <a:off x="6593550" y="1756321"/>
            <a:ext cx="2104225" cy="1082350"/>
          </a:xfrm>
          <a:prstGeom prst="rect">
            <a:avLst/>
          </a:prstGeom>
          <a:noFill/>
          <a:ln>
            <a:noFill/>
          </a:ln>
        </p:spPr>
      </p:pic>
      <p:pic>
        <p:nvPicPr>
          <p:cNvPr id="219" name="Google Shape;219;g19b2debd8c3_0_6"/>
          <p:cNvPicPr preferRelativeResize="0"/>
          <p:nvPr/>
        </p:nvPicPr>
        <p:blipFill>
          <a:blip r:embed="rId5">
            <a:alphaModFix/>
          </a:blip>
          <a:stretch>
            <a:fillRect/>
          </a:stretch>
        </p:blipFill>
        <p:spPr>
          <a:xfrm>
            <a:off x="5323425" y="1756331"/>
            <a:ext cx="1082350" cy="1082350"/>
          </a:xfrm>
          <a:prstGeom prst="rect">
            <a:avLst/>
          </a:prstGeom>
          <a:noFill/>
          <a:ln>
            <a:noFill/>
          </a:ln>
        </p:spPr>
      </p:pic>
      <p:pic>
        <p:nvPicPr>
          <p:cNvPr id="220" name="Google Shape;220;g19b2debd8c3_0_6"/>
          <p:cNvPicPr preferRelativeResize="0"/>
          <p:nvPr/>
        </p:nvPicPr>
        <p:blipFill>
          <a:blip r:embed="rId6">
            <a:alphaModFix/>
          </a:blip>
          <a:stretch>
            <a:fillRect/>
          </a:stretch>
        </p:blipFill>
        <p:spPr>
          <a:xfrm>
            <a:off x="5075775" y="3453150"/>
            <a:ext cx="7116227" cy="3391324"/>
          </a:xfrm>
          <a:prstGeom prst="rect">
            <a:avLst/>
          </a:prstGeom>
          <a:noFill/>
          <a:ln>
            <a:noFill/>
          </a:ln>
        </p:spPr>
      </p:pic>
      <p:pic>
        <p:nvPicPr>
          <p:cNvPr id="221" name="Google Shape;221;g19b2debd8c3_0_6"/>
          <p:cNvPicPr preferRelativeResize="0"/>
          <p:nvPr/>
        </p:nvPicPr>
        <p:blipFill>
          <a:blip r:embed="rId7">
            <a:alphaModFix/>
          </a:blip>
          <a:stretch>
            <a:fillRect/>
          </a:stretch>
        </p:blipFill>
        <p:spPr>
          <a:xfrm>
            <a:off x="1075425" y="4706062"/>
            <a:ext cx="2372800" cy="1679625"/>
          </a:xfrm>
          <a:prstGeom prst="rect">
            <a:avLst/>
          </a:prstGeom>
          <a:noFill/>
          <a:ln>
            <a:noFill/>
          </a:ln>
        </p:spPr>
      </p:pic>
      <p:pic>
        <p:nvPicPr>
          <p:cNvPr id="222" name="Google Shape;222;g19b2debd8c3_0_6"/>
          <p:cNvPicPr preferRelativeResize="0"/>
          <p:nvPr/>
        </p:nvPicPr>
        <p:blipFill>
          <a:blip r:embed="rId8">
            <a:alphaModFix/>
          </a:blip>
          <a:stretch>
            <a:fillRect/>
          </a:stretch>
        </p:blipFill>
        <p:spPr>
          <a:xfrm>
            <a:off x="3448225" y="4838638"/>
            <a:ext cx="1414450" cy="14144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g19b2debd8c3_0_11"/>
          <p:cNvSpPr txBox="1"/>
          <p:nvPr>
            <p:ph type="title"/>
          </p:nvPr>
        </p:nvSpPr>
        <p:spPr>
          <a:xfrm>
            <a:off x="381000" y="200722"/>
            <a:ext cx="11430000" cy="1014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Outcomes - Web Application</a:t>
            </a:r>
            <a:endParaRPr/>
          </a:p>
        </p:txBody>
      </p:sp>
      <p:pic>
        <p:nvPicPr>
          <p:cNvPr id="228" name="Google Shape;228;g19b2debd8c3_0_11"/>
          <p:cNvPicPr preferRelativeResize="0"/>
          <p:nvPr/>
        </p:nvPicPr>
        <p:blipFill>
          <a:blip r:embed="rId3">
            <a:alphaModFix/>
          </a:blip>
          <a:stretch>
            <a:fillRect/>
          </a:stretch>
        </p:blipFill>
        <p:spPr>
          <a:xfrm>
            <a:off x="60375" y="1062525"/>
            <a:ext cx="5427526" cy="3603775"/>
          </a:xfrm>
          <a:prstGeom prst="rect">
            <a:avLst/>
          </a:prstGeom>
          <a:noFill/>
          <a:ln>
            <a:noFill/>
          </a:ln>
        </p:spPr>
      </p:pic>
      <p:pic>
        <p:nvPicPr>
          <p:cNvPr id="229" name="Google Shape;229;g19b2debd8c3_0_11"/>
          <p:cNvPicPr preferRelativeResize="0"/>
          <p:nvPr/>
        </p:nvPicPr>
        <p:blipFill>
          <a:blip r:embed="rId4">
            <a:alphaModFix/>
          </a:blip>
          <a:stretch>
            <a:fillRect/>
          </a:stretch>
        </p:blipFill>
        <p:spPr>
          <a:xfrm>
            <a:off x="7075450" y="2009871"/>
            <a:ext cx="2104225" cy="1082350"/>
          </a:xfrm>
          <a:prstGeom prst="rect">
            <a:avLst/>
          </a:prstGeom>
          <a:noFill/>
          <a:ln>
            <a:noFill/>
          </a:ln>
        </p:spPr>
      </p:pic>
      <p:pic>
        <p:nvPicPr>
          <p:cNvPr id="230" name="Google Shape;230;g19b2debd8c3_0_11"/>
          <p:cNvPicPr preferRelativeResize="0"/>
          <p:nvPr/>
        </p:nvPicPr>
        <p:blipFill>
          <a:blip r:embed="rId5">
            <a:alphaModFix/>
          </a:blip>
          <a:stretch>
            <a:fillRect/>
          </a:stretch>
        </p:blipFill>
        <p:spPr>
          <a:xfrm>
            <a:off x="5711763" y="2009881"/>
            <a:ext cx="1082350" cy="1082350"/>
          </a:xfrm>
          <a:prstGeom prst="rect">
            <a:avLst/>
          </a:prstGeom>
          <a:noFill/>
          <a:ln>
            <a:noFill/>
          </a:ln>
        </p:spPr>
      </p:pic>
      <p:pic>
        <p:nvPicPr>
          <p:cNvPr id="231" name="Google Shape;231;g19b2debd8c3_0_11"/>
          <p:cNvPicPr preferRelativeResize="0"/>
          <p:nvPr/>
        </p:nvPicPr>
        <p:blipFill>
          <a:blip r:embed="rId6">
            <a:alphaModFix/>
          </a:blip>
          <a:stretch>
            <a:fillRect/>
          </a:stretch>
        </p:blipFill>
        <p:spPr>
          <a:xfrm>
            <a:off x="1050300" y="4874862"/>
            <a:ext cx="2372800" cy="1679625"/>
          </a:xfrm>
          <a:prstGeom prst="rect">
            <a:avLst/>
          </a:prstGeom>
          <a:noFill/>
          <a:ln>
            <a:noFill/>
          </a:ln>
        </p:spPr>
      </p:pic>
      <p:pic>
        <p:nvPicPr>
          <p:cNvPr id="232" name="Google Shape;232;g19b2debd8c3_0_11"/>
          <p:cNvPicPr preferRelativeResize="0"/>
          <p:nvPr/>
        </p:nvPicPr>
        <p:blipFill>
          <a:blip r:embed="rId7">
            <a:alphaModFix/>
          </a:blip>
          <a:stretch>
            <a:fillRect/>
          </a:stretch>
        </p:blipFill>
        <p:spPr>
          <a:xfrm>
            <a:off x="4016113" y="4874838"/>
            <a:ext cx="1414450" cy="1414450"/>
          </a:xfrm>
          <a:prstGeom prst="rect">
            <a:avLst/>
          </a:prstGeom>
          <a:noFill/>
          <a:ln>
            <a:noFill/>
          </a:ln>
        </p:spPr>
      </p:pic>
      <p:pic>
        <p:nvPicPr>
          <p:cNvPr id="233" name="Google Shape;233;g19b2debd8c3_0_11"/>
          <p:cNvPicPr preferRelativeResize="0"/>
          <p:nvPr/>
        </p:nvPicPr>
        <p:blipFill>
          <a:blip r:embed="rId8">
            <a:alphaModFix/>
          </a:blip>
          <a:stretch>
            <a:fillRect/>
          </a:stretch>
        </p:blipFill>
        <p:spPr>
          <a:xfrm>
            <a:off x="5544125" y="3658400"/>
            <a:ext cx="6647875" cy="314217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g19b2debd8c3_0_22"/>
          <p:cNvSpPr txBox="1"/>
          <p:nvPr>
            <p:ph type="title"/>
          </p:nvPr>
        </p:nvSpPr>
        <p:spPr>
          <a:xfrm>
            <a:off x="381000" y="200722"/>
            <a:ext cx="11430000" cy="1014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Outcomes - Web Application</a:t>
            </a:r>
            <a:endParaRPr/>
          </a:p>
        </p:txBody>
      </p:sp>
      <p:pic>
        <p:nvPicPr>
          <p:cNvPr id="239" name="Google Shape;239;g19b2debd8c3_0_22"/>
          <p:cNvPicPr preferRelativeResize="0"/>
          <p:nvPr/>
        </p:nvPicPr>
        <p:blipFill>
          <a:blip r:embed="rId3">
            <a:alphaModFix/>
          </a:blip>
          <a:stretch>
            <a:fillRect/>
          </a:stretch>
        </p:blipFill>
        <p:spPr>
          <a:xfrm>
            <a:off x="0" y="1074600"/>
            <a:ext cx="5255174" cy="3483224"/>
          </a:xfrm>
          <a:prstGeom prst="rect">
            <a:avLst/>
          </a:prstGeom>
          <a:noFill/>
          <a:ln>
            <a:noFill/>
          </a:ln>
        </p:spPr>
      </p:pic>
      <p:pic>
        <p:nvPicPr>
          <p:cNvPr id="240" name="Google Shape;240;g19b2debd8c3_0_22"/>
          <p:cNvPicPr preferRelativeResize="0"/>
          <p:nvPr/>
        </p:nvPicPr>
        <p:blipFill>
          <a:blip r:embed="rId4">
            <a:alphaModFix/>
          </a:blip>
          <a:stretch>
            <a:fillRect/>
          </a:stretch>
        </p:blipFill>
        <p:spPr>
          <a:xfrm>
            <a:off x="7052100" y="1949521"/>
            <a:ext cx="2104225" cy="1082350"/>
          </a:xfrm>
          <a:prstGeom prst="rect">
            <a:avLst/>
          </a:prstGeom>
          <a:noFill/>
          <a:ln>
            <a:noFill/>
          </a:ln>
        </p:spPr>
      </p:pic>
      <p:pic>
        <p:nvPicPr>
          <p:cNvPr id="241" name="Google Shape;241;g19b2debd8c3_0_22"/>
          <p:cNvPicPr preferRelativeResize="0"/>
          <p:nvPr/>
        </p:nvPicPr>
        <p:blipFill>
          <a:blip r:embed="rId5">
            <a:alphaModFix/>
          </a:blip>
          <a:stretch>
            <a:fillRect/>
          </a:stretch>
        </p:blipFill>
        <p:spPr>
          <a:xfrm>
            <a:off x="5554825" y="1949531"/>
            <a:ext cx="1082350" cy="1082350"/>
          </a:xfrm>
          <a:prstGeom prst="rect">
            <a:avLst/>
          </a:prstGeom>
          <a:noFill/>
          <a:ln>
            <a:noFill/>
          </a:ln>
        </p:spPr>
      </p:pic>
      <p:pic>
        <p:nvPicPr>
          <p:cNvPr id="242" name="Google Shape;242;g19b2debd8c3_0_22"/>
          <p:cNvPicPr preferRelativeResize="0"/>
          <p:nvPr/>
        </p:nvPicPr>
        <p:blipFill>
          <a:blip r:embed="rId6">
            <a:alphaModFix/>
          </a:blip>
          <a:stretch>
            <a:fillRect/>
          </a:stretch>
        </p:blipFill>
        <p:spPr>
          <a:xfrm>
            <a:off x="906200" y="4923412"/>
            <a:ext cx="2372800" cy="1679625"/>
          </a:xfrm>
          <a:prstGeom prst="rect">
            <a:avLst/>
          </a:prstGeom>
          <a:noFill/>
          <a:ln>
            <a:noFill/>
          </a:ln>
        </p:spPr>
      </p:pic>
      <p:pic>
        <p:nvPicPr>
          <p:cNvPr id="243" name="Google Shape;243;g19b2debd8c3_0_22"/>
          <p:cNvPicPr preferRelativeResize="0"/>
          <p:nvPr/>
        </p:nvPicPr>
        <p:blipFill>
          <a:blip r:embed="rId7">
            <a:alphaModFix/>
          </a:blip>
          <a:stretch>
            <a:fillRect/>
          </a:stretch>
        </p:blipFill>
        <p:spPr>
          <a:xfrm>
            <a:off x="3677025" y="4923388"/>
            <a:ext cx="1414450" cy="1414450"/>
          </a:xfrm>
          <a:prstGeom prst="rect">
            <a:avLst/>
          </a:prstGeom>
          <a:noFill/>
          <a:ln>
            <a:noFill/>
          </a:ln>
        </p:spPr>
      </p:pic>
      <p:pic>
        <p:nvPicPr>
          <p:cNvPr id="244" name="Google Shape;244;g19b2debd8c3_0_22"/>
          <p:cNvPicPr preferRelativeResize="0"/>
          <p:nvPr/>
        </p:nvPicPr>
        <p:blipFill>
          <a:blip r:embed="rId8">
            <a:alphaModFix/>
          </a:blip>
          <a:stretch>
            <a:fillRect/>
          </a:stretch>
        </p:blipFill>
        <p:spPr>
          <a:xfrm>
            <a:off x="5347150" y="3626086"/>
            <a:ext cx="6844851" cy="323191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g19a59453d11_0_0"/>
          <p:cNvSpPr txBox="1"/>
          <p:nvPr>
            <p:ph idx="1" type="body"/>
          </p:nvPr>
        </p:nvSpPr>
        <p:spPr>
          <a:xfrm>
            <a:off x="381000" y="1215475"/>
            <a:ext cx="5908800" cy="53004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lang="en-US" sz="2400">
                <a:latin typeface="Arial"/>
                <a:ea typeface="Arial"/>
                <a:cs typeface="Arial"/>
                <a:sym typeface="Arial"/>
              </a:rPr>
              <a:t>Wrote a 9-paged Web Development Team Report for Fall 2022</a:t>
            </a:r>
            <a:endParaRPr sz="2400">
              <a:latin typeface="Arial"/>
              <a:ea typeface="Arial"/>
              <a:cs typeface="Arial"/>
              <a:sym typeface="Arial"/>
            </a:endParaRPr>
          </a:p>
          <a:p>
            <a:pPr indent="-381000" lvl="0" marL="457200" rtl="0" algn="l">
              <a:spcBef>
                <a:spcPts val="1000"/>
              </a:spcBef>
              <a:spcAft>
                <a:spcPts val="0"/>
              </a:spcAft>
              <a:buSzPts val="2400"/>
              <a:buFont typeface="Arial"/>
              <a:buChar char="-"/>
            </a:pPr>
            <a:r>
              <a:rPr lang="en-US" sz="2400">
                <a:latin typeface="Arial"/>
                <a:ea typeface="Arial"/>
                <a:cs typeface="Arial"/>
                <a:sym typeface="Arial"/>
              </a:rPr>
              <a:t>Structure of Documentation</a:t>
            </a:r>
            <a:endParaRPr sz="2400">
              <a:latin typeface="Arial"/>
              <a:ea typeface="Arial"/>
              <a:cs typeface="Arial"/>
              <a:sym typeface="Arial"/>
            </a:endParaRPr>
          </a:p>
          <a:p>
            <a:pPr indent="-381000" lvl="1" marL="914400" rtl="0" algn="l">
              <a:spcBef>
                <a:spcPts val="500"/>
              </a:spcBef>
              <a:spcAft>
                <a:spcPts val="0"/>
              </a:spcAft>
              <a:buSzPts val="2400"/>
              <a:buFont typeface="Arial"/>
              <a:buChar char="-"/>
            </a:pPr>
            <a:r>
              <a:rPr lang="en-US">
                <a:latin typeface="Arial"/>
                <a:ea typeface="Arial"/>
                <a:cs typeface="Arial"/>
                <a:sym typeface="Arial"/>
              </a:rPr>
              <a:t>Overall goal</a:t>
            </a:r>
            <a:endParaRPr>
              <a:latin typeface="Arial"/>
              <a:ea typeface="Arial"/>
              <a:cs typeface="Arial"/>
              <a:sym typeface="Arial"/>
            </a:endParaRPr>
          </a:p>
          <a:p>
            <a:pPr indent="-342900" lvl="1" marL="914400" rtl="0" algn="l">
              <a:spcBef>
                <a:spcPts val="500"/>
              </a:spcBef>
              <a:spcAft>
                <a:spcPts val="0"/>
              </a:spcAft>
              <a:buSzPts val="1800"/>
              <a:buFont typeface="Arial"/>
              <a:buChar char="-"/>
            </a:pPr>
            <a:r>
              <a:rPr lang="en-US">
                <a:latin typeface="Arial"/>
                <a:ea typeface="Arial"/>
                <a:cs typeface="Arial"/>
                <a:sym typeface="Arial"/>
              </a:rPr>
              <a:t>Explained all code that would be difficult from the first glance</a:t>
            </a:r>
            <a:endParaRPr>
              <a:latin typeface="Arial"/>
              <a:ea typeface="Arial"/>
              <a:cs typeface="Arial"/>
              <a:sym typeface="Arial"/>
            </a:endParaRPr>
          </a:p>
          <a:p>
            <a:pPr indent="-342900" lvl="1" marL="914400" rtl="0" algn="l">
              <a:spcBef>
                <a:spcPts val="500"/>
              </a:spcBef>
              <a:spcAft>
                <a:spcPts val="0"/>
              </a:spcAft>
              <a:buSzPts val="1800"/>
              <a:buFont typeface="Arial"/>
              <a:buChar char="-"/>
            </a:pPr>
            <a:r>
              <a:rPr lang="en-US">
                <a:latin typeface="Arial"/>
                <a:ea typeface="Arial"/>
                <a:cs typeface="Arial"/>
                <a:sym typeface="Arial"/>
              </a:rPr>
              <a:t>Gave more information about any outside frameworks and how to use them</a:t>
            </a:r>
            <a:endParaRPr>
              <a:latin typeface="Arial"/>
              <a:ea typeface="Arial"/>
              <a:cs typeface="Arial"/>
              <a:sym typeface="Arial"/>
            </a:endParaRPr>
          </a:p>
          <a:p>
            <a:pPr indent="-342900" lvl="1" marL="914400" rtl="0" algn="l">
              <a:spcBef>
                <a:spcPts val="500"/>
              </a:spcBef>
              <a:spcAft>
                <a:spcPts val="0"/>
              </a:spcAft>
              <a:buSzPts val="1800"/>
              <a:buFont typeface="Arial"/>
              <a:buChar char="-"/>
            </a:pPr>
            <a:r>
              <a:rPr lang="en-US">
                <a:latin typeface="Arial"/>
                <a:ea typeface="Arial"/>
                <a:cs typeface="Arial"/>
                <a:sym typeface="Arial"/>
              </a:rPr>
              <a:t>Challenges we faced</a:t>
            </a:r>
            <a:endParaRPr>
              <a:latin typeface="Arial"/>
              <a:ea typeface="Arial"/>
              <a:cs typeface="Arial"/>
              <a:sym typeface="Arial"/>
            </a:endParaRPr>
          </a:p>
          <a:p>
            <a:pPr indent="-342900" lvl="1" marL="914400" rtl="0" algn="l">
              <a:spcBef>
                <a:spcPts val="500"/>
              </a:spcBef>
              <a:spcAft>
                <a:spcPts val="0"/>
              </a:spcAft>
              <a:buSzPts val="1800"/>
              <a:buFont typeface="Arial"/>
              <a:buChar char="-"/>
            </a:pPr>
            <a:r>
              <a:rPr lang="en-US">
                <a:latin typeface="Arial"/>
                <a:ea typeface="Arial"/>
                <a:cs typeface="Arial"/>
                <a:sym typeface="Arial"/>
              </a:rPr>
              <a:t>Tasks for Spring 2023 we think should be their priority for their semester</a:t>
            </a:r>
            <a:endParaRPr/>
          </a:p>
        </p:txBody>
      </p:sp>
      <p:sp>
        <p:nvSpPr>
          <p:cNvPr id="250" name="Google Shape;250;g19a59453d11_0_0"/>
          <p:cNvSpPr txBox="1"/>
          <p:nvPr>
            <p:ph type="title"/>
          </p:nvPr>
        </p:nvSpPr>
        <p:spPr>
          <a:xfrm>
            <a:off x="381000" y="200722"/>
            <a:ext cx="11430000" cy="1014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Outcomes - Documentation</a:t>
            </a:r>
            <a:endParaRPr/>
          </a:p>
        </p:txBody>
      </p:sp>
      <p:pic>
        <p:nvPicPr>
          <p:cNvPr id="251" name="Google Shape;251;g19a59453d11_0_0"/>
          <p:cNvPicPr preferRelativeResize="0"/>
          <p:nvPr/>
        </p:nvPicPr>
        <p:blipFill>
          <a:blip r:embed="rId3">
            <a:alphaModFix/>
          </a:blip>
          <a:stretch>
            <a:fillRect/>
          </a:stretch>
        </p:blipFill>
        <p:spPr>
          <a:xfrm>
            <a:off x="6955650" y="690697"/>
            <a:ext cx="4373435" cy="533757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g1990b24d581_0_10"/>
          <p:cNvSpPr txBox="1"/>
          <p:nvPr>
            <p:ph idx="1" type="body"/>
          </p:nvPr>
        </p:nvSpPr>
        <p:spPr>
          <a:xfrm>
            <a:off x="381000" y="1017275"/>
            <a:ext cx="11430000" cy="57006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None/>
            </a:pPr>
            <a:r>
              <a:t/>
            </a:r>
            <a:endParaRPr b="1"/>
          </a:p>
          <a:p>
            <a:pPr indent="0" lvl="0" marL="0" rtl="0" algn="l">
              <a:lnSpc>
                <a:spcPct val="90000"/>
              </a:lnSpc>
              <a:spcBef>
                <a:spcPts val="1000"/>
              </a:spcBef>
              <a:spcAft>
                <a:spcPts val="0"/>
              </a:spcAft>
              <a:buNone/>
            </a:pPr>
            <a:r>
              <a:rPr b="1" lang="en-US"/>
              <a:t>What are the key challenges you faced? How did you overcome those?</a:t>
            </a:r>
            <a:endParaRPr b="1"/>
          </a:p>
          <a:p>
            <a:pPr indent="0" lvl="0" marL="0" rtl="0" algn="l">
              <a:lnSpc>
                <a:spcPct val="90000"/>
              </a:lnSpc>
              <a:spcBef>
                <a:spcPts val="1000"/>
              </a:spcBef>
              <a:spcAft>
                <a:spcPts val="0"/>
              </a:spcAft>
              <a:buNone/>
            </a:pPr>
            <a:r>
              <a:rPr lang="en-US" sz="2500"/>
              <a:t>→ Unable to reuse code from past semester due to lack of documentation. We started coding the webapp from scratch.</a:t>
            </a:r>
            <a:endParaRPr sz="2500"/>
          </a:p>
          <a:p>
            <a:pPr indent="0" lvl="0" marL="0" rtl="0" algn="l">
              <a:lnSpc>
                <a:spcPct val="90000"/>
              </a:lnSpc>
              <a:spcBef>
                <a:spcPts val="1000"/>
              </a:spcBef>
              <a:spcAft>
                <a:spcPts val="0"/>
              </a:spcAft>
              <a:buNone/>
            </a:pPr>
            <a:r>
              <a:t/>
            </a:r>
            <a:endParaRPr/>
          </a:p>
          <a:p>
            <a:pPr indent="0" lvl="0" marL="0" rtl="0" algn="l">
              <a:lnSpc>
                <a:spcPct val="90000"/>
              </a:lnSpc>
              <a:spcBef>
                <a:spcPts val="1000"/>
              </a:spcBef>
              <a:spcAft>
                <a:spcPts val="0"/>
              </a:spcAft>
              <a:buNone/>
            </a:pPr>
            <a:r>
              <a:rPr b="1" lang="en-US"/>
              <a:t>What did you learn in the process?</a:t>
            </a:r>
            <a:endParaRPr b="1"/>
          </a:p>
          <a:p>
            <a:pPr indent="0" lvl="0" marL="0" rtl="0" algn="l">
              <a:spcBef>
                <a:spcPts val="1000"/>
              </a:spcBef>
              <a:spcAft>
                <a:spcPts val="0"/>
              </a:spcAft>
              <a:buNone/>
            </a:pPr>
            <a:r>
              <a:rPr lang="en-US" sz="2500"/>
              <a:t>→ Learnt front-end technologies like React and Javascript, and create web app components like graphs, tables and charts using real-time data.</a:t>
            </a:r>
            <a:endParaRPr sz="2500"/>
          </a:p>
          <a:p>
            <a:pPr indent="0" lvl="0" marL="0" rtl="0" algn="l">
              <a:spcBef>
                <a:spcPts val="1000"/>
              </a:spcBef>
              <a:spcAft>
                <a:spcPts val="0"/>
              </a:spcAft>
              <a:buNone/>
            </a:pPr>
            <a:r>
              <a:rPr lang="en-US" sz="2500"/>
              <a:t>→ Learnt the importance of having helpful documentation when taking over a coding project.</a:t>
            </a:r>
            <a:endParaRPr sz="2500"/>
          </a:p>
          <a:p>
            <a:pPr indent="0" lvl="0" marL="0" rtl="0" algn="l">
              <a:spcBef>
                <a:spcPts val="1000"/>
              </a:spcBef>
              <a:spcAft>
                <a:spcPts val="0"/>
              </a:spcAft>
              <a:buNone/>
            </a:pPr>
            <a:r>
              <a:t/>
            </a:r>
            <a:endParaRPr sz="2500"/>
          </a:p>
        </p:txBody>
      </p:sp>
      <p:sp>
        <p:nvSpPr>
          <p:cNvPr id="257" name="Google Shape;257;g1990b24d581_0_10"/>
          <p:cNvSpPr txBox="1"/>
          <p:nvPr>
            <p:ph type="title"/>
          </p:nvPr>
        </p:nvSpPr>
        <p:spPr>
          <a:xfrm>
            <a:off x="381000" y="-3"/>
            <a:ext cx="11430000" cy="1014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Challenges and </a:t>
            </a:r>
            <a:r>
              <a:rPr lang="en-US"/>
              <a:t>Learnings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g17258704c4c_0_0"/>
          <p:cNvSpPr txBox="1"/>
          <p:nvPr>
            <p:ph idx="1" type="body"/>
          </p:nvPr>
        </p:nvSpPr>
        <p:spPr>
          <a:xfrm>
            <a:off x="381000" y="1215471"/>
            <a:ext cx="11430000" cy="50883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000"/>
              </a:spcBef>
              <a:spcAft>
                <a:spcPts val="0"/>
              </a:spcAft>
              <a:buNone/>
            </a:pPr>
            <a:r>
              <a:t/>
            </a:r>
            <a:endParaRPr b="1">
              <a:solidFill>
                <a:srgbClr val="000000"/>
              </a:solidFill>
            </a:endParaRPr>
          </a:p>
          <a:p>
            <a:pPr indent="0" lvl="0" marL="0" rtl="0" algn="l">
              <a:lnSpc>
                <a:spcPct val="115000"/>
              </a:lnSpc>
              <a:spcBef>
                <a:spcPts val="1000"/>
              </a:spcBef>
              <a:spcAft>
                <a:spcPts val="0"/>
              </a:spcAft>
              <a:buNone/>
            </a:pPr>
            <a:r>
              <a:rPr b="1" lang="en-US">
                <a:solidFill>
                  <a:srgbClr val="000000"/>
                </a:solidFill>
              </a:rPr>
              <a:t>What we did well?</a:t>
            </a:r>
            <a:endParaRPr b="1">
              <a:solidFill>
                <a:srgbClr val="000000"/>
              </a:solidFill>
            </a:endParaRPr>
          </a:p>
          <a:p>
            <a:pPr indent="0" lvl="0" marL="0" rtl="0" algn="l">
              <a:lnSpc>
                <a:spcPct val="115000"/>
              </a:lnSpc>
              <a:spcBef>
                <a:spcPts val="1000"/>
              </a:spcBef>
              <a:spcAft>
                <a:spcPts val="0"/>
              </a:spcAft>
              <a:buNone/>
            </a:pPr>
            <a:r>
              <a:rPr lang="en-US" sz="2500"/>
              <a:t>→ We sets weekly goals and made considerable progress every week of the semester.</a:t>
            </a:r>
            <a:endParaRPr sz="2500"/>
          </a:p>
          <a:p>
            <a:pPr indent="0" lvl="0" marL="0" rtl="0" algn="l">
              <a:lnSpc>
                <a:spcPct val="115000"/>
              </a:lnSpc>
              <a:spcBef>
                <a:spcPts val="1000"/>
              </a:spcBef>
              <a:spcAft>
                <a:spcPts val="0"/>
              </a:spcAft>
              <a:buNone/>
            </a:pPr>
            <a:r>
              <a:rPr lang="en-US" sz="2500"/>
              <a:t>→ All our teammates were very motivated and we learnt a completely new technology, React to build our interactive web application.</a:t>
            </a:r>
            <a:endParaRPr sz="2500"/>
          </a:p>
          <a:p>
            <a:pPr indent="0" lvl="0" marL="0" rtl="0" algn="l">
              <a:lnSpc>
                <a:spcPct val="115000"/>
              </a:lnSpc>
              <a:spcBef>
                <a:spcPts val="1000"/>
              </a:spcBef>
              <a:spcAft>
                <a:spcPts val="0"/>
              </a:spcAft>
              <a:buNone/>
            </a:pPr>
            <a:r>
              <a:rPr lang="en-US" sz="2500"/>
              <a:t>→ We built the webapp with all the required components.</a:t>
            </a:r>
            <a:endParaRPr sz="2500"/>
          </a:p>
          <a:p>
            <a:pPr indent="0" lvl="0" marL="0" rtl="0" algn="l">
              <a:lnSpc>
                <a:spcPct val="115000"/>
              </a:lnSpc>
              <a:spcBef>
                <a:spcPts val="1000"/>
              </a:spcBef>
              <a:spcAft>
                <a:spcPts val="0"/>
              </a:spcAft>
              <a:buSzPts val="1800"/>
              <a:buNone/>
            </a:pPr>
            <a:r>
              <a:t/>
            </a:r>
            <a:endParaRPr>
              <a:solidFill>
                <a:srgbClr val="000000"/>
              </a:solidFill>
            </a:endParaRPr>
          </a:p>
        </p:txBody>
      </p:sp>
      <p:sp>
        <p:nvSpPr>
          <p:cNvPr id="263" name="Google Shape;263;g17258704c4c_0_0"/>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Reflections and Future Steps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g19c371adc93_1_0"/>
          <p:cNvSpPr txBox="1"/>
          <p:nvPr>
            <p:ph idx="1" type="body"/>
          </p:nvPr>
        </p:nvSpPr>
        <p:spPr>
          <a:xfrm>
            <a:off x="381000" y="1215475"/>
            <a:ext cx="11582400" cy="5463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000"/>
              </a:spcBef>
              <a:spcAft>
                <a:spcPts val="0"/>
              </a:spcAft>
              <a:buNone/>
            </a:pPr>
            <a:r>
              <a:rPr b="1" lang="en-US" sz="2700">
                <a:solidFill>
                  <a:srgbClr val="000000"/>
                </a:solidFill>
              </a:rPr>
              <a:t>What could have been done differently/better?</a:t>
            </a:r>
            <a:endParaRPr b="1" sz="2700">
              <a:solidFill>
                <a:srgbClr val="000000"/>
              </a:solidFill>
            </a:endParaRPr>
          </a:p>
          <a:p>
            <a:pPr indent="0" lvl="0" marL="0" rtl="0" algn="l">
              <a:lnSpc>
                <a:spcPct val="115000"/>
              </a:lnSpc>
              <a:spcBef>
                <a:spcPts val="1000"/>
              </a:spcBef>
              <a:spcAft>
                <a:spcPts val="0"/>
              </a:spcAft>
              <a:buNone/>
            </a:pPr>
            <a:r>
              <a:rPr lang="en-US" sz="2400">
                <a:solidFill>
                  <a:srgbClr val="000000"/>
                </a:solidFill>
              </a:rPr>
              <a:t>→ We could have avoided making the Topic page twice with better communication between web-dev and data science team.</a:t>
            </a:r>
            <a:endParaRPr sz="2400">
              <a:solidFill>
                <a:srgbClr val="000000"/>
              </a:solidFill>
            </a:endParaRPr>
          </a:p>
          <a:p>
            <a:pPr indent="0" lvl="0" marL="0" rtl="0" algn="l">
              <a:lnSpc>
                <a:spcPct val="115000"/>
              </a:lnSpc>
              <a:spcBef>
                <a:spcPts val="1000"/>
              </a:spcBef>
              <a:spcAft>
                <a:spcPts val="0"/>
              </a:spcAft>
              <a:buNone/>
            </a:pPr>
            <a:r>
              <a:rPr lang="en-US" sz="2400">
                <a:solidFill>
                  <a:srgbClr val="000000"/>
                </a:solidFill>
              </a:rPr>
              <a:t>→ We could have spent more time researching beforehand as this would have helped us avoid doubling our work.</a:t>
            </a:r>
            <a:endParaRPr sz="2400">
              <a:solidFill>
                <a:srgbClr val="000000"/>
              </a:solidFill>
            </a:endParaRPr>
          </a:p>
          <a:p>
            <a:pPr indent="0" lvl="0" marL="0" rtl="0" algn="l">
              <a:lnSpc>
                <a:spcPct val="115000"/>
              </a:lnSpc>
              <a:spcBef>
                <a:spcPts val="1000"/>
              </a:spcBef>
              <a:spcAft>
                <a:spcPts val="0"/>
              </a:spcAft>
              <a:buNone/>
            </a:pPr>
            <a:r>
              <a:rPr b="1" lang="en-US" sz="2700">
                <a:solidFill>
                  <a:srgbClr val="000000"/>
                </a:solidFill>
              </a:rPr>
              <a:t>Steps and goals for next semester?</a:t>
            </a:r>
            <a:endParaRPr b="1" sz="2700">
              <a:solidFill>
                <a:srgbClr val="000000"/>
              </a:solidFill>
            </a:endParaRPr>
          </a:p>
          <a:p>
            <a:pPr indent="0" lvl="0" marL="0" rtl="0" algn="l">
              <a:lnSpc>
                <a:spcPct val="115000"/>
              </a:lnSpc>
              <a:spcBef>
                <a:spcPts val="1000"/>
              </a:spcBef>
              <a:spcAft>
                <a:spcPts val="0"/>
              </a:spcAft>
              <a:buNone/>
            </a:pPr>
            <a:r>
              <a:rPr lang="en-US" sz="2400">
                <a:solidFill>
                  <a:srgbClr val="000000"/>
                </a:solidFill>
              </a:rPr>
              <a:t>→ To connect web app to the backend </a:t>
            </a:r>
            <a:r>
              <a:rPr lang="en-US" sz="2400">
                <a:solidFill>
                  <a:srgbClr val="000000"/>
                </a:solidFill>
              </a:rPr>
              <a:t>database</a:t>
            </a:r>
            <a:r>
              <a:rPr lang="en-US" sz="2400">
                <a:solidFill>
                  <a:srgbClr val="000000"/>
                </a:solidFill>
              </a:rPr>
              <a:t> for all graphs and table. </a:t>
            </a:r>
            <a:endParaRPr sz="2400">
              <a:solidFill>
                <a:srgbClr val="000000"/>
              </a:solidFill>
            </a:endParaRPr>
          </a:p>
          <a:p>
            <a:pPr indent="0" lvl="0" marL="0" rtl="0" algn="l">
              <a:lnSpc>
                <a:spcPct val="115000"/>
              </a:lnSpc>
              <a:spcBef>
                <a:spcPts val="1000"/>
              </a:spcBef>
              <a:spcAft>
                <a:spcPts val="0"/>
              </a:spcAft>
              <a:buNone/>
            </a:pPr>
            <a:r>
              <a:rPr lang="en-US" sz="2400">
                <a:solidFill>
                  <a:srgbClr val="000000"/>
                </a:solidFill>
              </a:rPr>
              <a:t>→ To make the </a:t>
            </a:r>
            <a:r>
              <a:rPr lang="en-US" sz="2400">
                <a:solidFill>
                  <a:srgbClr val="000000"/>
                </a:solidFill>
              </a:rPr>
              <a:t>web app</a:t>
            </a:r>
            <a:r>
              <a:rPr lang="en-US" sz="2400">
                <a:solidFill>
                  <a:srgbClr val="000000"/>
                </a:solidFill>
              </a:rPr>
              <a:t> responsive that adapts to different screen </a:t>
            </a:r>
            <a:r>
              <a:rPr lang="en-US" sz="2400">
                <a:solidFill>
                  <a:srgbClr val="000000"/>
                </a:solidFill>
              </a:rPr>
              <a:t>sizes, orientations and devices.</a:t>
            </a:r>
            <a:endParaRPr sz="2400">
              <a:solidFill>
                <a:srgbClr val="000000"/>
              </a:solidFill>
            </a:endParaRPr>
          </a:p>
          <a:p>
            <a:pPr indent="0" lvl="0" marL="0" rtl="0" algn="l">
              <a:lnSpc>
                <a:spcPct val="115000"/>
              </a:lnSpc>
              <a:spcBef>
                <a:spcPts val="1000"/>
              </a:spcBef>
              <a:spcAft>
                <a:spcPts val="0"/>
              </a:spcAft>
              <a:buNone/>
            </a:pPr>
            <a:r>
              <a:rPr lang="en-US" sz="2400">
                <a:solidFill>
                  <a:srgbClr val="000000"/>
                </a:solidFill>
              </a:rPr>
              <a:t>→ Present the dashboards to professors and get feedback for further improvements.</a:t>
            </a:r>
            <a:endParaRPr sz="2400">
              <a:solidFill>
                <a:srgbClr val="000000"/>
              </a:solidFill>
            </a:endParaRPr>
          </a:p>
          <a:p>
            <a:pPr indent="0" lvl="0" marL="0" rtl="0" algn="l">
              <a:lnSpc>
                <a:spcPct val="115000"/>
              </a:lnSpc>
              <a:spcBef>
                <a:spcPts val="1000"/>
              </a:spcBef>
              <a:spcAft>
                <a:spcPts val="0"/>
              </a:spcAft>
              <a:buNone/>
            </a:pPr>
            <a:r>
              <a:rPr lang="en-US" sz="2500">
                <a:solidFill>
                  <a:srgbClr val="000000"/>
                </a:solidFill>
              </a:rPr>
              <a:t> </a:t>
            </a:r>
            <a:endParaRPr sz="2500">
              <a:solidFill>
                <a:srgbClr val="000000"/>
              </a:solidFill>
            </a:endParaRPr>
          </a:p>
          <a:p>
            <a:pPr indent="0" lvl="0" marL="0" rtl="0" algn="l">
              <a:lnSpc>
                <a:spcPct val="115000"/>
              </a:lnSpc>
              <a:spcBef>
                <a:spcPts val="1000"/>
              </a:spcBef>
              <a:spcAft>
                <a:spcPts val="0"/>
              </a:spcAft>
              <a:buSzPts val="1800"/>
              <a:buNone/>
            </a:pPr>
            <a:r>
              <a:t/>
            </a:r>
            <a:endParaRPr>
              <a:solidFill>
                <a:srgbClr val="000000"/>
              </a:solidFill>
            </a:endParaRPr>
          </a:p>
        </p:txBody>
      </p:sp>
      <p:sp>
        <p:nvSpPr>
          <p:cNvPr id="269" name="Google Shape;269;g19c371adc93_1_0"/>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Reflections and Future Steps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11"/>
          <p:cNvSpPr txBox="1"/>
          <p:nvPr>
            <p:ph idx="1" type="body"/>
          </p:nvPr>
        </p:nvSpPr>
        <p:spPr>
          <a:xfrm>
            <a:off x="381000" y="1215471"/>
            <a:ext cx="11430000" cy="5088300"/>
          </a:xfrm>
          <a:prstGeom prst="rect">
            <a:avLst/>
          </a:prstGeom>
          <a:noFill/>
          <a:ln>
            <a:noFill/>
          </a:ln>
        </p:spPr>
        <p:txBody>
          <a:bodyPr anchorCtr="0" anchor="t" bIns="45700" lIns="91425" spcFirstLastPara="1" rIns="91425" wrap="square" tIns="45700">
            <a:noAutofit/>
          </a:bodyPr>
          <a:lstStyle/>
          <a:p>
            <a:pPr indent="-342900" lvl="0" marL="457200" rtl="0" algn="l">
              <a:lnSpc>
                <a:spcPct val="115000"/>
              </a:lnSpc>
              <a:spcBef>
                <a:spcPts val="1000"/>
              </a:spcBef>
              <a:spcAft>
                <a:spcPts val="0"/>
              </a:spcAft>
              <a:buClr>
                <a:srgbClr val="000000"/>
              </a:buClr>
              <a:buSzPts val="1800"/>
              <a:buChar char="●"/>
            </a:pPr>
            <a:r>
              <a:rPr b="1" lang="en-US">
                <a:solidFill>
                  <a:srgbClr val="000000"/>
                </a:solidFill>
              </a:rPr>
              <a:t>Project Roadmap</a:t>
            </a:r>
            <a:endParaRPr b="1">
              <a:solidFill>
                <a:srgbClr val="000000"/>
              </a:solidFill>
            </a:endParaRPr>
          </a:p>
          <a:p>
            <a:pPr indent="-342900" lvl="1" marL="914400" rtl="0" algn="l">
              <a:lnSpc>
                <a:spcPct val="115000"/>
              </a:lnSpc>
              <a:spcBef>
                <a:spcPts val="1000"/>
              </a:spcBef>
              <a:spcAft>
                <a:spcPts val="0"/>
              </a:spcAft>
              <a:buClr>
                <a:srgbClr val="000000"/>
              </a:buClr>
              <a:buSzPts val="1800"/>
              <a:buChar char="•"/>
            </a:pPr>
            <a:r>
              <a:rPr lang="en-US">
                <a:solidFill>
                  <a:srgbClr val="000000"/>
                </a:solidFill>
              </a:rPr>
              <a:t>Connecting the</a:t>
            </a:r>
            <a:r>
              <a:rPr lang="en-US">
                <a:solidFill>
                  <a:srgbClr val="000000"/>
                </a:solidFill>
              </a:rPr>
              <a:t> web-app with data science backend, testing in Piazza sandbox environment and user feedback from instructor team</a:t>
            </a:r>
            <a:endParaRPr>
              <a:solidFill>
                <a:srgbClr val="000000"/>
              </a:solidFill>
            </a:endParaRPr>
          </a:p>
          <a:p>
            <a:pPr indent="-342900" lvl="0" marL="457200" rtl="0" algn="l">
              <a:lnSpc>
                <a:spcPct val="115000"/>
              </a:lnSpc>
              <a:spcBef>
                <a:spcPts val="1000"/>
              </a:spcBef>
              <a:spcAft>
                <a:spcPts val="0"/>
              </a:spcAft>
              <a:buClr>
                <a:srgbClr val="000000"/>
              </a:buClr>
              <a:buSzPts val="1800"/>
              <a:buChar char="●"/>
            </a:pPr>
            <a:r>
              <a:rPr b="1" lang="en-US">
                <a:solidFill>
                  <a:srgbClr val="000000"/>
                </a:solidFill>
              </a:rPr>
              <a:t>Model Development</a:t>
            </a:r>
            <a:endParaRPr b="1">
              <a:solidFill>
                <a:srgbClr val="000000"/>
              </a:solidFill>
            </a:endParaRPr>
          </a:p>
          <a:p>
            <a:pPr indent="-342900" lvl="1" marL="914400" rtl="0" algn="l">
              <a:lnSpc>
                <a:spcPct val="115000"/>
              </a:lnSpc>
              <a:spcBef>
                <a:spcPts val="1000"/>
              </a:spcBef>
              <a:spcAft>
                <a:spcPts val="0"/>
              </a:spcAft>
              <a:buClr>
                <a:srgbClr val="000000"/>
              </a:buClr>
              <a:buSzPts val="1800"/>
              <a:buChar char="•"/>
            </a:pPr>
            <a:r>
              <a:rPr lang="en-US">
                <a:solidFill>
                  <a:srgbClr val="000000"/>
                </a:solidFill>
              </a:rPr>
              <a:t>Integrating cognitive presence and aspect based sentiment analysis models to generate more granular insights for instructors</a:t>
            </a:r>
            <a:endParaRPr>
              <a:solidFill>
                <a:srgbClr val="000000"/>
              </a:solidFill>
            </a:endParaRPr>
          </a:p>
          <a:p>
            <a:pPr indent="-330200" lvl="2" marL="1371600" rtl="0" algn="l">
              <a:lnSpc>
                <a:spcPct val="115000"/>
              </a:lnSpc>
              <a:spcBef>
                <a:spcPts val="500"/>
              </a:spcBef>
              <a:spcAft>
                <a:spcPts val="0"/>
              </a:spcAft>
              <a:buClr>
                <a:srgbClr val="000000"/>
              </a:buClr>
              <a:buSzPts val="1600"/>
              <a:buChar char="•"/>
            </a:pPr>
            <a:r>
              <a:rPr lang="en-US" sz="2200"/>
              <a:t>Allow TAs to respond to an incoming question from the top matched responses from previous semester’s data using topic modeling</a:t>
            </a:r>
            <a:endParaRPr sz="1800">
              <a:solidFill>
                <a:srgbClr val="000000"/>
              </a:solidFill>
            </a:endParaRPr>
          </a:p>
          <a:p>
            <a:pPr indent="-342900" lvl="0" marL="457200" rtl="0" algn="l">
              <a:lnSpc>
                <a:spcPct val="115000"/>
              </a:lnSpc>
              <a:spcBef>
                <a:spcPts val="1000"/>
              </a:spcBef>
              <a:spcAft>
                <a:spcPts val="0"/>
              </a:spcAft>
              <a:buSzPts val="1800"/>
              <a:buChar char="●"/>
            </a:pPr>
            <a:r>
              <a:rPr b="1" lang="en-US"/>
              <a:t>Documentation</a:t>
            </a:r>
            <a:endParaRPr b="1"/>
          </a:p>
          <a:p>
            <a:pPr indent="-342900" lvl="1" marL="914400" rtl="0" algn="l">
              <a:lnSpc>
                <a:spcPct val="115000"/>
              </a:lnSpc>
              <a:spcBef>
                <a:spcPts val="500"/>
              </a:spcBef>
              <a:spcAft>
                <a:spcPts val="0"/>
              </a:spcAft>
              <a:buSzPts val="1800"/>
              <a:buChar char="•"/>
            </a:pPr>
            <a:r>
              <a:rPr lang="en-US"/>
              <a:t>1 document each for Data Science and Web-Dev teams to take things forward from here</a:t>
            </a:r>
            <a:endParaRPr/>
          </a:p>
          <a:p>
            <a:pPr indent="0" lvl="0" marL="0" rtl="0" algn="l">
              <a:lnSpc>
                <a:spcPct val="115000"/>
              </a:lnSpc>
              <a:spcBef>
                <a:spcPts val="1000"/>
              </a:spcBef>
              <a:spcAft>
                <a:spcPts val="0"/>
              </a:spcAft>
              <a:buSzPts val="1800"/>
              <a:buNone/>
            </a:pPr>
            <a:r>
              <a:t/>
            </a:r>
            <a:endParaRPr>
              <a:solidFill>
                <a:srgbClr val="000000"/>
              </a:solidFill>
            </a:endParaRPr>
          </a:p>
        </p:txBody>
      </p:sp>
      <p:sp>
        <p:nvSpPr>
          <p:cNvPr id="275" name="Google Shape;275;p11"/>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Conclusion</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g9d48565bb2_0_10"/>
          <p:cNvSpPr txBox="1"/>
          <p:nvPr>
            <p:ph idx="1" type="body"/>
          </p:nvPr>
        </p:nvSpPr>
        <p:spPr>
          <a:xfrm>
            <a:off x="381000" y="1215473"/>
            <a:ext cx="11430000" cy="5818500"/>
          </a:xfrm>
          <a:prstGeom prst="rect">
            <a:avLst/>
          </a:prstGeom>
          <a:noFill/>
          <a:ln>
            <a:noFill/>
          </a:ln>
        </p:spPr>
        <p:txBody>
          <a:bodyPr anchorCtr="0" anchor="t" bIns="45700" lIns="91425" spcFirstLastPara="1" rIns="91425" wrap="square" tIns="45700">
            <a:noAutofit/>
          </a:bodyPr>
          <a:lstStyle/>
          <a:p>
            <a:pPr indent="-349250" lvl="0" marL="457200" rtl="0" algn="l">
              <a:lnSpc>
                <a:spcPct val="90000"/>
              </a:lnSpc>
              <a:spcBef>
                <a:spcPts val="0"/>
              </a:spcBef>
              <a:spcAft>
                <a:spcPts val="0"/>
              </a:spcAft>
              <a:buSzPts val="1900"/>
              <a:buAutoNum type="arabicPeriod"/>
            </a:pPr>
            <a:r>
              <a:rPr lang="en-US" sz="1900"/>
              <a:t>Garrison, D. R., Anderson, T., &amp; Archer, W. (1999). Critical Inquiry in a Text-Based Environment: Computer Conferencing in Higher Education. </a:t>
            </a:r>
            <a:r>
              <a:rPr i="1" lang="en-US" sz="1900"/>
              <a:t>The Internet and Higher Education</a:t>
            </a:r>
            <a:r>
              <a:rPr lang="en-US" sz="1900"/>
              <a:t>, 2(2–3), 87–105. https://doi.org/10.1016/S1096-7516(00)00016-6</a:t>
            </a:r>
            <a:endParaRPr sz="1900"/>
          </a:p>
          <a:p>
            <a:pPr indent="-349250" lvl="0" marL="457200" rtl="0" algn="l">
              <a:lnSpc>
                <a:spcPct val="90000"/>
              </a:lnSpc>
              <a:spcBef>
                <a:spcPts val="0"/>
              </a:spcBef>
              <a:spcAft>
                <a:spcPts val="0"/>
              </a:spcAft>
              <a:buSzPts val="1900"/>
              <a:buAutoNum type="arabicPeriod"/>
            </a:pPr>
            <a:r>
              <a:rPr lang="en-US" sz="1900"/>
              <a:t>Garrison, D. R., Anderson, T., &amp; Archer, W. (2001). Critical thinking, cognitive presence, and computer conferencing in distance education. </a:t>
            </a:r>
            <a:r>
              <a:rPr i="1" lang="en-US" sz="1900"/>
              <a:t>American Journal of Distance Education</a:t>
            </a:r>
            <a:r>
              <a:rPr lang="en-US" sz="1900"/>
              <a:t>, 15(1), 7–23. https://doi.org/10.1080/08923640109527071</a:t>
            </a:r>
            <a:endParaRPr sz="1900"/>
          </a:p>
          <a:p>
            <a:pPr indent="-349250" lvl="0" marL="457200" rtl="0" algn="l">
              <a:lnSpc>
                <a:spcPct val="90000"/>
              </a:lnSpc>
              <a:spcBef>
                <a:spcPts val="0"/>
              </a:spcBef>
              <a:spcAft>
                <a:spcPts val="0"/>
              </a:spcAft>
              <a:buSzPts val="1900"/>
              <a:buAutoNum type="arabicPeriod"/>
            </a:pPr>
            <a:r>
              <a:rPr lang="en-US" sz="1900"/>
              <a:t>Devlin, J., Chang, M. W., Lee, K., &amp; Toutanova, K. (2018). Bert: Pre-training of deep bidirectional transformers for language understanding. arXiv preprint arXiv:1810.04805.</a:t>
            </a:r>
            <a:endParaRPr sz="1900"/>
          </a:p>
          <a:p>
            <a:pPr indent="-349250" lvl="0" marL="457200" rtl="0" algn="l">
              <a:lnSpc>
                <a:spcPct val="90000"/>
              </a:lnSpc>
              <a:spcBef>
                <a:spcPts val="0"/>
              </a:spcBef>
              <a:spcAft>
                <a:spcPts val="0"/>
              </a:spcAft>
              <a:buSzPts val="1900"/>
              <a:buFont typeface="Roboto"/>
              <a:buAutoNum type="arabicPeriod"/>
            </a:pPr>
            <a:r>
              <a:rPr lang="en-US" sz="1900"/>
              <a:t>Medhat, Walaa, Hassan, Ahmed, Hoda, Korashy (2014). Sentiment analysis algorithms and applications: A survey. </a:t>
            </a:r>
            <a:r>
              <a:rPr i="1" lang="en-US" sz="1900"/>
              <a:t>Ain Sham Engineering Journals.</a:t>
            </a:r>
            <a:r>
              <a:rPr lang="en-US" sz="1900"/>
              <a:t> </a:t>
            </a:r>
            <a:r>
              <a:rPr lang="en-US" sz="1900">
                <a:solidFill>
                  <a:schemeClr val="hlink"/>
                </a:solidFill>
                <a:uFill>
                  <a:noFill/>
                </a:uFill>
                <a:hlinkClick r:id="rId3"/>
              </a:rPr>
              <a:t>https://doi.org/10.1016/j.asej.2014.04.011</a:t>
            </a:r>
            <a:endParaRPr sz="1900"/>
          </a:p>
          <a:p>
            <a:pPr indent="-349250" lvl="0" marL="457200" rtl="0" algn="l">
              <a:lnSpc>
                <a:spcPct val="115000"/>
              </a:lnSpc>
              <a:spcBef>
                <a:spcPts val="0"/>
              </a:spcBef>
              <a:spcAft>
                <a:spcPts val="0"/>
              </a:spcAft>
              <a:buSzPts val="1900"/>
              <a:buFont typeface="Roboto"/>
              <a:buAutoNum type="arabicPeriod"/>
            </a:pPr>
            <a:r>
              <a:rPr lang="en-US" sz="1900"/>
              <a:t>MacMillan, Kelsey, and James D. Wilson. </a:t>
            </a:r>
            <a:r>
              <a:rPr i="1" lang="en-US" sz="1900"/>
              <a:t>Topic Supervised Non-Negative Matrix Factorization</a:t>
            </a:r>
            <a:r>
              <a:rPr lang="en-US" sz="1900"/>
              <a:t>, Arxiv, 4 July 2017, https://arxiv.org/pdf/1706.05084.pdf. </a:t>
            </a:r>
            <a:endParaRPr sz="1900"/>
          </a:p>
          <a:p>
            <a:pPr indent="-349250" lvl="0" marL="457200" rtl="0" algn="l">
              <a:lnSpc>
                <a:spcPct val="115000"/>
              </a:lnSpc>
              <a:spcBef>
                <a:spcPts val="0"/>
              </a:spcBef>
              <a:spcAft>
                <a:spcPts val="0"/>
              </a:spcAft>
              <a:buSzPts val="1900"/>
              <a:buFont typeface="Roboto"/>
              <a:buAutoNum type="arabicPeriod"/>
            </a:pPr>
            <a:r>
              <a:rPr lang="en-US" sz="1900"/>
              <a:t>Beri, Aditya. “Latent Dirichlet Allocation.” </a:t>
            </a:r>
            <a:r>
              <a:rPr i="1" lang="en-US" sz="1900"/>
              <a:t>Latent Dirichlet Allocation</a:t>
            </a:r>
            <a:r>
              <a:rPr lang="en-US" sz="1900"/>
              <a:t>, CodeChef-VIT, 27 Jan. 2021, https://medium.com/codechef-vit/latent-dirichlet-allocation-812bb8099518. </a:t>
            </a:r>
            <a:endParaRPr sz="1900"/>
          </a:p>
          <a:p>
            <a:pPr indent="-349250" lvl="0" marL="457200" rtl="0" algn="l">
              <a:lnSpc>
                <a:spcPct val="115000"/>
              </a:lnSpc>
              <a:spcBef>
                <a:spcPts val="0"/>
              </a:spcBef>
              <a:spcAft>
                <a:spcPts val="0"/>
              </a:spcAft>
              <a:buSzPts val="1900"/>
              <a:buFont typeface="Roboto"/>
              <a:buAutoNum type="arabicPeriod"/>
            </a:pPr>
            <a:r>
              <a:rPr lang="en-US" sz="1900"/>
              <a:t>Rolczyński, Rafał. </a:t>
            </a:r>
            <a:r>
              <a:rPr i="1" lang="en-US" sz="1900"/>
              <a:t>Do You Trust in Aspect-Based Sentiment Analysis? - SCALAC</a:t>
            </a:r>
            <a:r>
              <a:rPr lang="en-US" sz="1900"/>
              <a:t>, https://scalac.io/wp-content/uploads/2021/04/Ebook_Explainable-Sentiment-Analysis.pdf. </a:t>
            </a:r>
            <a:endParaRPr sz="1900"/>
          </a:p>
        </p:txBody>
      </p:sp>
      <p:sp>
        <p:nvSpPr>
          <p:cNvPr id="281" name="Google Shape;281;g9d48565bb2_0_10"/>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Citations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12"/>
          <p:cNvSpPr txBox="1"/>
          <p:nvPr>
            <p:ph type="title"/>
          </p:nvPr>
        </p:nvSpPr>
        <p:spPr>
          <a:xfrm>
            <a:off x="188150" y="1803747"/>
            <a:ext cx="11430000" cy="1014900"/>
          </a:xfrm>
          <a:prstGeom prst="rect">
            <a:avLst/>
          </a:prstGeom>
          <a:noFill/>
          <a:ln>
            <a:noFill/>
          </a:ln>
        </p:spPr>
        <p:txBody>
          <a:bodyPr anchorCtr="0" anchor="ctr" bIns="45700" lIns="91425" spcFirstLastPara="1" rIns="91425" wrap="square" tIns="45700">
            <a:noAutofit/>
          </a:bodyPr>
          <a:lstStyle/>
          <a:p>
            <a:pPr indent="0" lvl="0" marL="4114800" rtl="0" algn="l">
              <a:lnSpc>
                <a:spcPct val="90000"/>
              </a:lnSpc>
              <a:spcBef>
                <a:spcPts val="0"/>
              </a:spcBef>
              <a:spcAft>
                <a:spcPts val="0"/>
              </a:spcAft>
              <a:buSzPts val="1800"/>
              <a:buNone/>
            </a:pPr>
            <a:r>
              <a:rPr lang="en-US" sz="5000"/>
              <a:t>Questions?</a:t>
            </a:r>
            <a:endParaRPr sz="50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90" name="Shape 290"/>
        <p:cNvGrpSpPr/>
        <p:nvPr/>
      </p:nvGrpSpPr>
      <p:grpSpPr>
        <a:xfrm>
          <a:off x="0" y="0"/>
          <a:ext cx="0" cy="0"/>
          <a:chOff x="0" y="0"/>
          <a:chExt cx="0" cy="0"/>
        </a:xfrm>
      </p:grpSpPr>
      <p:sp>
        <p:nvSpPr>
          <p:cNvPr id="291" name="Google Shape;291;gbea1223c9f_0_1"/>
          <p:cNvSpPr txBox="1"/>
          <p:nvPr>
            <p:ph idx="1" type="body"/>
          </p:nvPr>
        </p:nvSpPr>
        <p:spPr>
          <a:xfrm>
            <a:off x="6091850" y="1215475"/>
            <a:ext cx="5718900" cy="4596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1000"/>
              </a:spcBef>
              <a:spcAft>
                <a:spcPts val="0"/>
              </a:spcAft>
              <a:buSzPts val="1800"/>
              <a:buNone/>
            </a:pPr>
            <a:r>
              <a:rPr lang="en-US"/>
              <a:t>“a group of individuals who collaboratively engage in purposeful critical discourse and reflection to construct personal meaning and confirm mutual understanding”</a:t>
            </a:r>
            <a:endParaRPr/>
          </a:p>
        </p:txBody>
      </p:sp>
      <p:sp>
        <p:nvSpPr>
          <p:cNvPr id="292" name="Google Shape;292;gbea1223c9f_0_1"/>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Community of Inquiry</a:t>
            </a:r>
            <a:endParaRPr/>
          </a:p>
        </p:txBody>
      </p:sp>
      <p:pic>
        <p:nvPicPr>
          <p:cNvPr id="293" name="Google Shape;293;gbea1223c9f_0_1"/>
          <p:cNvPicPr preferRelativeResize="0"/>
          <p:nvPr/>
        </p:nvPicPr>
        <p:blipFill rotWithShape="1">
          <a:blip r:embed="rId3">
            <a:alphaModFix/>
          </a:blip>
          <a:srcRect b="11793" l="0" r="0" t="0"/>
          <a:stretch/>
        </p:blipFill>
        <p:spPr>
          <a:xfrm>
            <a:off x="488775" y="1215475"/>
            <a:ext cx="5117075" cy="4054150"/>
          </a:xfrm>
          <a:prstGeom prst="rect">
            <a:avLst/>
          </a:prstGeom>
          <a:noFill/>
          <a:ln>
            <a:noFill/>
          </a:ln>
        </p:spPr>
      </p:pic>
      <p:sp>
        <p:nvSpPr>
          <p:cNvPr id="294" name="Google Shape;294;gbea1223c9f_0_1"/>
          <p:cNvSpPr txBox="1"/>
          <p:nvPr/>
        </p:nvSpPr>
        <p:spPr>
          <a:xfrm>
            <a:off x="488763" y="5411575"/>
            <a:ext cx="5117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Elements of an Educational Experience (Garrison et al., 1999)</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2016-03-09T16:46:53Z</dcterms:created>
  <dc:creator>Microsoft Office User</dc:creator>
</cp:coreProperties>
</file>